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63" r:id="rId5"/>
    <p:sldId id="264" r:id="rId6"/>
    <p:sldId id="265" r:id="rId7"/>
    <p:sldId id="259" r:id="rId8"/>
    <p:sldId id="266" r:id="rId9"/>
    <p:sldId id="261" r:id="rId10"/>
    <p:sldId id="260" r:id="rId1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A2A2A2"/>
    <a:srgbClr val="9C9C9C"/>
    <a:srgbClr val="838383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0364A-8665-49C4-B02B-C827CAF707B1}" v="145" dt="2025-11-20T11:24:19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berg Jemina" userId="S::ac7684@student.jamk.fi::97761d65-d17e-4d82-b67d-d570388a8631" providerId="AD" clId="Web-{9F8F8156-3643-4641-94A5-AA4FAFCCCFA4}"/>
    <pc:docChg chg="addSld delSld modSld modMainMaster">
      <pc:chgData name="Lamberg Jemina" userId="S::ac7684@student.jamk.fi::97761d65-d17e-4d82-b67d-d570388a8631" providerId="AD" clId="Web-{9F8F8156-3643-4641-94A5-AA4FAFCCCFA4}" dt="2025-11-15T12:58:43.078" v="220" actId="20577"/>
      <pc:docMkLst>
        <pc:docMk/>
      </pc:docMkLst>
      <pc:sldChg chg="mod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782385677" sldId="256"/>
        </pc:sldMkLst>
      </pc:sldChg>
      <pc:sldChg chg="addSp modSp mod setBg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3248141418" sldId="257"/>
        </pc:sldMkLst>
        <pc:spChg chg="mod">
          <ac:chgData name="Lamberg Jemina" userId="S::ac7684@student.jamk.fi::97761d65-d17e-4d82-b67d-d570388a8631" providerId="AD" clId="Web-{9F8F8156-3643-4641-94A5-AA4FAFCCCFA4}" dt="2025-11-15T12:47:35.782" v="71" actId="14100"/>
          <ac:spMkLst>
            <pc:docMk/>
            <pc:sldMk cId="3248141418" sldId="257"/>
            <ac:spMk id="4" creationId="{DDAEEFB5-2F1E-8BB8-B811-7B3D67FA16DC}"/>
          </ac:spMkLst>
        </pc:spChg>
        <pc:spChg chg="mod">
          <ac:chgData name="Lamberg Jemina" userId="S::ac7684@student.jamk.fi::97761d65-d17e-4d82-b67d-d570388a8631" providerId="AD" clId="Web-{9F8F8156-3643-4641-94A5-AA4FAFCCCFA4}" dt="2025-11-15T12:48:13.658" v="74" actId="14100"/>
          <ac:spMkLst>
            <pc:docMk/>
            <pc:sldMk cId="3248141418" sldId="257"/>
            <ac:spMk id="5" creationId="{D52D9ECD-67A7-62DB-E17C-B0F6A340A957}"/>
          </ac:spMkLst>
        </pc:spChg>
        <pc:picChg chg="add mod">
          <ac:chgData name="Lamberg Jemina" userId="S::ac7684@student.jamk.fi::97761d65-d17e-4d82-b67d-d570388a8631" providerId="AD" clId="Web-{9F8F8156-3643-4641-94A5-AA4FAFCCCFA4}" dt="2025-11-15T12:47:33.313" v="70" actId="1076"/>
          <ac:picMkLst>
            <pc:docMk/>
            <pc:sldMk cId="3248141418" sldId="257"/>
            <ac:picMk id="7" creationId="{4B93D167-9BEA-8ECA-9CF3-8FFFF3A8B72B}"/>
          </ac:picMkLst>
        </pc:picChg>
        <pc:picChg chg="add mod">
          <ac:chgData name="Lamberg Jemina" userId="S::ac7684@student.jamk.fi::97761d65-d17e-4d82-b67d-d570388a8631" providerId="AD" clId="Web-{9F8F8156-3643-4641-94A5-AA4FAFCCCFA4}" dt="2025-11-15T12:48:19.549" v="76" actId="1076"/>
          <ac:picMkLst>
            <pc:docMk/>
            <pc:sldMk cId="3248141418" sldId="257"/>
            <ac:picMk id="8" creationId="{0ECF182C-6D48-2749-9643-0674B886A36A}"/>
          </ac:picMkLst>
        </pc:picChg>
      </pc:sldChg>
      <pc:sldChg chg="addSp delSp modSp del mod setBg">
        <pc:chgData name="Lamberg Jemina" userId="S::ac7684@student.jamk.fi::97761d65-d17e-4d82-b67d-d570388a8631" providerId="AD" clId="Web-{9F8F8156-3643-4641-94A5-AA4FAFCCCFA4}" dt="2025-11-15T12:52:42.662" v="133"/>
        <pc:sldMkLst>
          <pc:docMk/>
          <pc:sldMk cId="763297691" sldId="258"/>
        </pc:sldMkLst>
      </pc:sldChg>
      <pc:sldChg chg="modSp mod">
        <pc:chgData name="Lamberg Jemina" userId="S::ac7684@student.jamk.fi::97761d65-d17e-4d82-b67d-d570388a8631" providerId="AD" clId="Web-{9F8F8156-3643-4641-94A5-AA4FAFCCCFA4}" dt="2025-11-15T12:58:43.078" v="220" actId="20577"/>
        <pc:sldMkLst>
          <pc:docMk/>
          <pc:sldMk cId="3502173465" sldId="259"/>
        </pc:sldMkLst>
        <pc:spChg chg="mod">
          <ac:chgData name="Lamberg Jemina" userId="S::ac7684@student.jamk.fi::97761d65-d17e-4d82-b67d-d570388a8631" providerId="AD" clId="Web-{9F8F8156-3643-4641-94A5-AA4FAFCCCFA4}" dt="2025-11-15T12:58:43.078" v="220" actId="20577"/>
          <ac:spMkLst>
            <pc:docMk/>
            <pc:sldMk cId="3502173465" sldId="259"/>
            <ac:spMk id="3" creationId="{A4F489A9-446D-B51B-3899-293FB41086A5}"/>
          </ac:spMkLst>
        </pc:spChg>
      </pc:sldChg>
      <pc:sldChg chg="mod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3311315459" sldId="260"/>
        </pc:sldMkLst>
      </pc:sldChg>
      <pc:sldChg chg="mod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3230694532" sldId="261"/>
        </pc:sldMkLst>
      </pc:sldChg>
      <pc:sldChg chg="modSp mod setBg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1028601566" sldId="262"/>
        </pc:sldMkLst>
        <pc:spChg chg="mod">
          <ac:chgData name="Lamberg Jemina" userId="S::ac7684@student.jamk.fi::97761d65-d17e-4d82-b67d-d570388a8631" providerId="AD" clId="Web-{9F8F8156-3643-4641-94A5-AA4FAFCCCFA4}" dt="2025-11-15T12:42:49.885" v="43" actId="20577"/>
          <ac:spMkLst>
            <pc:docMk/>
            <pc:sldMk cId="1028601566" sldId="262"/>
            <ac:spMk id="3" creationId="{519D96FA-3668-E40F-E069-A75F5AD7128D}"/>
          </ac:spMkLst>
        </pc:spChg>
        <pc:graphicFrameChg chg="mod modGraphic">
          <ac:chgData name="Lamberg Jemina" userId="S::ac7684@student.jamk.fi::97761d65-d17e-4d82-b67d-d570388a8631" providerId="AD" clId="Web-{9F8F8156-3643-4641-94A5-AA4FAFCCCFA4}" dt="2025-11-15T12:42:57.260" v="44" actId="1076"/>
          <ac:graphicFrameMkLst>
            <pc:docMk/>
            <pc:sldMk cId="1028601566" sldId="262"/>
            <ac:graphicFrameMk id="4" creationId="{71C5B921-8ADC-CBC6-759C-1B00C5745CBC}"/>
          </ac:graphicFrameMkLst>
        </pc:graphicFrameChg>
      </pc:sldChg>
      <pc:sldChg chg="addSp modSp mod setBg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1436540518" sldId="263"/>
        </pc:sldMkLst>
        <pc:spChg chg="mod">
          <ac:chgData name="Lamberg Jemina" userId="S::ac7684@student.jamk.fi::97761d65-d17e-4d82-b67d-d570388a8631" providerId="AD" clId="Web-{9F8F8156-3643-4641-94A5-AA4FAFCCCFA4}" dt="2025-11-15T12:46:46.296" v="64" actId="14100"/>
          <ac:spMkLst>
            <pc:docMk/>
            <pc:sldMk cId="1436540518" sldId="263"/>
            <ac:spMk id="4" creationId="{8E9EDA5E-FDAE-C9CA-E55C-54FDCBAE5214}"/>
          </ac:spMkLst>
        </pc:spChg>
        <pc:spChg chg="mod">
          <ac:chgData name="Lamberg Jemina" userId="S::ac7684@student.jamk.fi::97761d65-d17e-4d82-b67d-d570388a8631" providerId="AD" clId="Web-{9F8F8156-3643-4641-94A5-AA4FAFCCCFA4}" dt="2025-11-15T12:46:09.655" v="51" actId="14100"/>
          <ac:spMkLst>
            <pc:docMk/>
            <pc:sldMk cId="1436540518" sldId="263"/>
            <ac:spMk id="5" creationId="{0EC6B41A-24DA-A98D-58BE-024ED1398250}"/>
          </ac:spMkLst>
        </pc:spChg>
        <pc:picChg chg="add mod">
          <ac:chgData name="Lamberg Jemina" userId="S::ac7684@student.jamk.fi::97761d65-d17e-4d82-b67d-d570388a8631" providerId="AD" clId="Web-{9F8F8156-3643-4641-94A5-AA4FAFCCCFA4}" dt="2025-11-15T12:46:43.609" v="63" actId="1076"/>
          <ac:picMkLst>
            <pc:docMk/>
            <pc:sldMk cId="1436540518" sldId="263"/>
            <ac:picMk id="7" creationId="{C1BFFC0E-0167-D3F7-5062-30988D08D8AE}"/>
          </ac:picMkLst>
        </pc:picChg>
        <pc:picChg chg="add mod">
          <ac:chgData name="Lamberg Jemina" userId="S::ac7684@student.jamk.fi::97761d65-d17e-4d82-b67d-d570388a8631" providerId="AD" clId="Web-{9F8F8156-3643-4641-94A5-AA4FAFCCCFA4}" dt="2025-11-15T12:46:57.687" v="66" actId="1076"/>
          <ac:picMkLst>
            <pc:docMk/>
            <pc:sldMk cId="1436540518" sldId="263"/>
            <ac:picMk id="8" creationId="{1E18A0AB-9A45-3FF8-D8E4-09F0E0202621}"/>
          </ac:picMkLst>
        </pc:picChg>
      </pc:sldChg>
      <pc:sldChg chg="addSp modSp new mod setBg">
        <pc:chgData name="Lamberg Jemina" userId="S::ac7684@student.jamk.fi::97761d65-d17e-4d82-b67d-d570388a8631" providerId="AD" clId="Web-{9F8F8156-3643-4641-94A5-AA4FAFCCCFA4}" dt="2025-11-15T12:54:55.619" v="166"/>
        <pc:sldMkLst>
          <pc:docMk/>
          <pc:sldMk cId="1316065745" sldId="264"/>
        </pc:sldMkLst>
        <pc:spChg chg="mod">
          <ac:chgData name="Lamberg Jemina" userId="S::ac7684@student.jamk.fi::97761d65-d17e-4d82-b67d-d570388a8631" providerId="AD" clId="Web-{9F8F8156-3643-4641-94A5-AA4FAFCCCFA4}" dt="2025-11-15T12:52:22.724" v="131" actId="20577"/>
          <ac:spMkLst>
            <pc:docMk/>
            <pc:sldMk cId="1316065745" sldId="264"/>
            <ac:spMk id="2" creationId="{7BC23CC1-F7A9-DA2D-89B5-AB9A0379CE5C}"/>
          </ac:spMkLst>
        </pc:spChg>
        <pc:spChg chg="mod">
          <ac:chgData name="Lamberg Jemina" userId="S::ac7684@student.jamk.fi::97761d65-d17e-4d82-b67d-d570388a8631" providerId="AD" clId="Web-{9F8F8156-3643-4641-94A5-AA4FAFCCCFA4}" dt="2025-11-15T12:53:31.834" v="145" actId="20577"/>
          <ac:spMkLst>
            <pc:docMk/>
            <pc:sldMk cId="1316065745" sldId="264"/>
            <ac:spMk id="3" creationId="{86D81A72-4456-1EF4-B6EA-C15A5FA4359E}"/>
          </ac:spMkLst>
        </pc:spChg>
        <pc:picChg chg="add">
          <ac:chgData name="Lamberg Jemina" userId="S::ac7684@student.jamk.fi::97761d65-d17e-4d82-b67d-d570388a8631" providerId="AD" clId="Web-{9F8F8156-3643-4641-94A5-AA4FAFCCCFA4}" dt="2025-11-15T12:52:39.115" v="132"/>
          <ac:picMkLst>
            <pc:docMk/>
            <pc:sldMk cId="1316065745" sldId="264"/>
            <ac:picMk id="5" creationId="{AAEAB18C-7863-32A0-F334-1966A7ACDF88}"/>
          </ac:picMkLst>
        </pc:picChg>
      </pc:sldChg>
      <pc:sldChg chg="addSp delSp modSp new mod setBg">
        <pc:chgData name="Lamberg Jemina" userId="S::ac7684@student.jamk.fi::97761d65-d17e-4d82-b67d-d570388a8631" providerId="AD" clId="Web-{9F8F8156-3643-4641-94A5-AA4FAFCCCFA4}" dt="2025-11-15T12:55:40.355" v="182" actId="20577"/>
        <pc:sldMkLst>
          <pc:docMk/>
          <pc:sldMk cId="2913576523" sldId="265"/>
        </pc:sldMkLst>
        <pc:spChg chg="mod">
          <ac:chgData name="Lamberg Jemina" userId="S::ac7684@student.jamk.fi::97761d65-d17e-4d82-b67d-d570388a8631" providerId="AD" clId="Web-{9F8F8156-3643-4641-94A5-AA4FAFCCCFA4}" dt="2025-11-15T12:55:40.355" v="182" actId="20577"/>
          <ac:spMkLst>
            <pc:docMk/>
            <pc:sldMk cId="2913576523" sldId="265"/>
            <ac:spMk id="2" creationId="{8C9797B4-1992-0372-45C1-D2AF983A93C8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4:10.414" v="159"/>
          <ac:spMkLst>
            <pc:docMk/>
            <pc:sldMk cId="2913576523" sldId="265"/>
            <ac:spMk id="10" creationId="{774A975B-A886-5202-0489-6965514A0D14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4:10.414" v="159"/>
          <ac:spMkLst>
            <pc:docMk/>
            <pc:sldMk cId="2913576523" sldId="265"/>
            <ac:spMk id="12" creationId="{EA67E988-5919-57BB-C7DE-D3EAD38A3045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4:10.414" v="159"/>
          <ac:spMkLst>
            <pc:docMk/>
            <pc:sldMk cId="2913576523" sldId="265"/>
            <ac:spMk id="14" creationId="{CD7F9EC8-0E2C-4023-9DD1-73BEF6B80D13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4:10.414" v="159"/>
          <ac:spMkLst>
            <pc:docMk/>
            <pc:sldMk cId="2913576523" sldId="265"/>
            <ac:spMk id="16" creationId="{DD646702-1788-B97D-918B-46834CD1E6B9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4:10.414" v="159"/>
          <ac:spMkLst>
            <pc:docMk/>
            <pc:sldMk cId="2913576523" sldId="265"/>
            <ac:spMk id="18" creationId="{F6B4FCA5-23FA-C759-8E23-68410B3505AA}"/>
          </ac:spMkLst>
        </pc:spChg>
        <pc:picChg chg="add mod ord">
          <ac:chgData name="Lamberg Jemina" userId="S::ac7684@student.jamk.fi::97761d65-d17e-4d82-b67d-d570388a8631" providerId="AD" clId="Web-{9F8F8156-3643-4641-94A5-AA4FAFCCCFA4}" dt="2025-11-15T12:55:13.885" v="171" actId="1076"/>
          <ac:picMkLst>
            <pc:docMk/>
            <pc:sldMk cId="2913576523" sldId="265"/>
            <ac:picMk id="4" creationId="{6142800B-DC0D-0C6F-ABF5-607C3897BD95}"/>
          </ac:picMkLst>
        </pc:picChg>
        <pc:picChg chg="add mod">
          <ac:chgData name="Lamberg Jemina" userId="S::ac7684@student.jamk.fi::97761d65-d17e-4d82-b67d-d570388a8631" providerId="AD" clId="Web-{9F8F8156-3643-4641-94A5-AA4FAFCCCFA4}" dt="2025-11-15T12:55:16.948" v="172" actId="1076"/>
          <ac:picMkLst>
            <pc:docMk/>
            <pc:sldMk cId="2913576523" sldId="265"/>
            <ac:picMk id="5" creationId="{2BC2145E-C69C-AAFD-2BCC-6EF99E48D524}"/>
          </ac:picMkLst>
        </pc:picChg>
      </pc:sldChg>
      <pc:sldChg chg="addSp delSp modSp new mod setBg">
        <pc:chgData name="Lamberg Jemina" userId="S::ac7684@student.jamk.fi::97761d65-d17e-4d82-b67d-d570388a8631" providerId="AD" clId="Web-{9F8F8156-3643-4641-94A5-AA4FAFCCCFA4}" dt="2025-11-15T12:57:46.576" v="215" actId="1076"/>
        <pc:sldMkLst>
          <pc:docMk/>
          <pc:sldMk cId="684316601" sldId="266"/>
        </pc:sldMkLst>
        <pc:spChg chg="mod">
          <ac:chgData name="Lamberg Jemina" userId="S::ac7684@student.jamk.fi::97761d65-d17e-4d82-b67d-d570388a8631" providerId="AD" clId="Web-{9F8F8156-3643-4641-94A5-AA4FAFCCCFA4}" dt="2025-11-15T12:56:39.763" v="197"/>
          <ac:spMkLst>
            <pc:docMk/>
            <pc:sldMk cId="684316601" sldId="266"/>
            <ac:spMk id="2" creationId="{B59FB34F-6C69-889B-AD46-2356FB63CD06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6:39.763" v="197"/>
          <ac:spMkLst>
            <pc:docMk/>
            <pc:sldMk cId="684316601" sldId="266"/>
            <ac:spMk id="19" creationId="{E2EF6F8F-597F-716E-5B22-76DC90B3E7BC}"/>
          </ac:spMkLst>
        </pc:spChg>
        <pc:spChg chg="add">
          <ac:chgData name="Lamberg Jemina" userId="S::ac7684@student.jamk.fi::97761d65-d17e-4d82-b67d-d570388a8631" providerId="AD" clId="Web-{9F8F8156-3643-4641-94A5-AA4FAFCCCFA4}" dt="2025-11-15T12:56:39.763" v="197"/>
          <ac:spMkLst>
            <pc:docMk/>
            <pc:sldMk cId="684316601" sldId="266"/>
            <ac:spMk id="20" creationId="{2AC934FA-18DC-F7A3-0EA7-05EDF7A3219F}"/>
          </ac:spMkLst>
        </pc:spChg>
        <pc:picChg chg="add mod ord">
          <ac:chgData name="Lamberg Jemina" userId="S::ac7684@student.jamk.fi::97761d65-d17e-4d82-b67d-d570388a8631" providerId="AD" clId="Web-{9F8F8156-3643-4641-94A5-AA4FAFCCCFA4}" dt="2025-11-15T12:57:43.436" v="214" actId="1076"/>
          <ac:picMkLst>
            <pc:docMk/>
            <pc:sldMk cId="684316601" sldId="266"/>
            <ac:picMk id="4" creationId="{2BF31F30-02B2-094A-CD00-C0E9B88A34D5}"/>
          </ac:picMkLst>
        </pc:picChg>
        <pc:picChg chg="add mod">
          <ac:chgData name="Lamberg Jemina" userId="S::ac7684@student.jamk.fi::97761d65-d17e-4d82-b67d-d570388a8631" providerId="AD" clId="Web-{9F8F8156-3643-4641-94A5-AA4FAFCCCFA4}" dt="2025-11-15T12:57:46.576" v="215" actId="1076"/>
          <ac:picMkLst>
            <pc:docMk/>
            <pc:sldMk cId="684316601" sldId="266"/>
            <ac:picMk id="5" creationId="{398B2769-6676-975E-9EC9-6D89E50CB4E0}"/>
          </ac:picMkLst>
        </pc:picChg>
        <pc:picChg chg="add mod">
          <ac:chgData name="Lamberg Jemina" userId="S::ac7684@student.jamk.fi::97761d65-d17e-4d82-b67d-d570388a8631" providerId="AD" clId="Web-{9F8F8156-3643-4641-94A5-AA4FAFCCCFA4}" dt="2025-11-15T12:57:32.201" v="211" actId="1076"/>
          <ac:picMkLst>
            <pc:docMk/>
            <pc:sldMk cId="684316601" sldId="266"/>
            <ac:picMk id="6" creationId="{77958779-4DAD-5AA1-88A2-5BA8A84080F6}"/>
          </ac:picMkLst>
        </pc:picChg>
      </pc:sldChg>
      <pc:sldMasterChg chg="mod setBg modSldLayout">
        <pc:chgData name="Lamberg Jemina" userId="S::ac7684@student.jamk.fi::97761d65-d17e-4d82-b67d-d570388a8631" providerId="AD" clId="Web-{9F8F8156-3643-4641-94A5-AA4FAFCCCFA4}" dt="2025-11-15T12:54:55.619" v="166"/>
        <pc:sldMasterMkLst>
          <pc:docMk/>
          <pc:sldMasterMk cId="2639395569" sldId="2147483660"/>
        </pc:sldMasterMkLst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1914798053" sldId="2147483661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1532401689" sldId="2147483662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3582332297" sldId="2147483663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372674999" sldId="2147483664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4158261871" sldId="2147483665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2636402814" sldId="2147483666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2031588468" sldId="2147483667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172961849" sldId="2147483668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2122343333" sldId="2147483669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2609102165" sldId="2147483670"/>
          </pc:sldLayoutMkLst>
        </pc:sldLayoutChg>
        <pc:sldLayoutChg chg="mod">
          <pc:chgData name="Lamberg Jemina" userId="S::ac7684@student.jamk.fi::97761d65-d17e-4d82-b67d-d570388a8631" providerId="AD" clId="Web-{9F8F8156-3643-4641-94A5-AA4FAFCCCFA4}" dt="2025-11-15T12:54:55.619" v="166"/>
          <pc:sldLayoutMkLst>
            <pc:docMk/>
            <pc:sldMasterMk cId="2639395569" sldId="2147483660"/>
            <pc:sldLayoutMk cId="1981282832" sldId="2147483671"/>
          </pc:sldLayoutMkLst>
        </pc:sldLayoutChg>
      </pc:sldMasterChg>
    </pc:docChg>
  </pc:docChgLst>
  <pc:docChgLst>
    <pc:chgData name="Lamberg Jemina" userId="S::ac7684@student.jamk.fi::97761d65-d17e-4d82-b67d-d570388a8631" providerId="AD" clId="Web-{34C24532-008C-5469-E4DF-9ED81E042A98}"/>
    <pc:docChg chg="addSld modSld addMainMaster delMainMaster">
      <pc:chgData name="Lamberg Jemina" userId="S::ac7684@student.jamk.fi::97761d65-d17e-4d82-b67d-d570388a8631" providerId="AD" clId="Web-{34C24532-008C-5469-E4DF-9ED81E042A98}" dt="2025-11-11T19:53:51.544" v="64"/>
      <pc:docMkLst>
        <pc:docMk/>
      </pc:docMkLst>
      <pc:sldChg chg="addSp delSp modSp mod setBg modClrScheme setClrOvrMap chgLayout">
        <pc:chgData name="Lamberg Jemina" userId="S::ac7684@student.jamk.fi::97761d65-d17e-4d82-b67d-d570388a8631" providerId="AD" clId="Web-{34C24532-008C-5469-E4DF-9ED81E042A98}" dt="2025-11-11T19:53:40.716" v="63" actId="20577"/>
        <pc:sldMkLst>
          <pc:docMk/>
          <pc:sldMk cId="782385677" sldId="256"/>
        </pc:sldMkLst>
        <pc:spChg chg="mod">
          <ac:chgData name="Lamberg Jemina" userId="S::ac7684@student.jamk.fi::97761d65-d17e-4d82-b67d-d570388a8631" providerId="AD" clId="Web-{34C24532-008C-5469-E4DF-9ED81E042A98}" dt="2025-11-11T19:53:40.716" v="63" actId="20577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Lamberg Jemina" userId="S::ac7684@student.jamk.fi::97761d65-d17e-4d82-b67d-d570388a8631" providerId="AD" clId="Web-{34C24532-008C-5469-E4DF-9ED81E042A98}" dt="2025-11-11T19:53:26.981" v="55" actId="20577"/>
          <ac:spMkLst>
            <pc:docMk/>
            <pc:sldMk cId="782385677" sldId="256"/>
            <ac:spMk id="3" creationId="{00000000-0000-0000-0000-000000000000}"/>
          </ac:spMkLst>
        </pc:spChg>
        <pc:picChg chg="add">
          <ac:chgData name="Lamberg Jemina" userId="S::ac7684@student.jamk.fi::97761d65-d17e-4d82-b67d-d570388a8631" providerId="AD" clId="Web-{34C24532-008C-5469-E4DF-9ED81E042A98}" dt="2025-11-11T19:49:57.367" v="2"/>
          <ac:picMkLst>
            <pc:docMk/>
            <pc:sldMk cId="782385677" sldId="256"/>
            <ac:picMk id="14" creationId="{84EB4D19-43F0-D929-E2A4-3B8750CEEA55}"/>
          </ac:picMkLst>
        </pc:picChg>
      </pc:sldChg>
      <pc:sldMasterChg chg="add addSldLayout">
        <pc:chgData name="Lamberg Jemina" userId="S::ac7684@student.jamk.fi::97761d65-d17e-4d82-b67d-d570388a8631" providerId="AD" clId="Web-{34C24532-008C-5469-E4DF-9ED81E042A98}" dt="2025-11-11T19:49:57.367" v="2"/>
        <pc:sldMasterMkLst>
          <pc:docMk/>
          <pc:sldMasterMk cId="2639395569" sldId="2147483660"/>
        </pc:sldMasterMkLst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1914798053" sldId="2147483661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1532401689" sldId="2147483662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3582332297" sldId="2147483663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372674999" sldId="2147483664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4158261871" sldId="2147483665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2636402814" sldId="2147483666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2031588468" sldId="2147483667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172961849" sldId="2147483668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2122343333" sldId="2147483669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2609102165" sldId="2147483670"/>
          </pc:sldLayoutMkLst>
        </pc:sldLayoutChg>
        <pc:sldLayoutChg chg="add">
          <pc:chgData name="Lamberg Jemina" userId="S::ac7684@student.jamk.fi::97761d65-d17e-4d82-b67d-d570388a8631" providerId="AD" clId="Web-{34C24532-008C-5469-E4DF-9ED81E042A98}" dt="2025-11-11T19:49:57.367" v="2"/>
          <pc:sldLayoutMkLst>
            <pc:docMk/>
            <pc:sldMasterMk cId="2639395569" sldId="2147483660"/>
            <pc:sldLayoutMk cId="1981282832" sldId="2147483671"/>
          </pc:sldLayoutMkLst>
        </pc:sldLayoutChg>
      </pc:sldMasterChg>
    </pc:docChg>
  </pc:docChgLst>
  <pc:docChgLst>
    <pc:chgData name="Lamberg Jemina" userId="S::ac7684@student.jamk.fi::97761d65-d17e-4d82-b67d-d570388a8631" providerId="AD" clId="Web-{28876A92-BFFC-5216-50DA-4A9D6BBE8D1D}"/>
    <pc:docChg chg="addSld delSld modSld sldOrd modMainMaster">
      <pc:chgData name="Lamberg Jemina" userId="S::ac7684@student.jamk.fi::97761d65-d17e-4d82-b67d-d570388a8631" providerId="AD" clId="Web-{28876A92-BFFC-5216-50DA-4A9D6BBE8D1D}" dt="2025-11-11T20:49:24.993" v="829" actId="20577"/>
      <pc:docMkLst>
        <pc:docMk/>
      </pc:docMkLst>
      <pc:sldChg chg="addSp delSp modSp mod setBg">
        <pc:chgData name="Lamberg Jemina" userId="S::ac7684@student.jamk.fi::97761d65-d17e-4d82-b67d-d570388a8631" providerId="AD" clId="Web-{28876A92-BFFC-5216-50DA-4A9D6BBE8D1D}" dt="2025-11-11T20:49:24.993" v="829" actId="20577"/>
        <pc:sldMkLst>
          <pc:docMk/>
          <pc:sldMk cId="782385677" sldId="256"/>
        </pc:sldMkLst>
        <pc:spChg chg="mod">
          <ac:chgData name="Lamberg Jemina" userId="S::ac7684@student.jamk.fi::97761d65-d17e-4d82-b67d-d570388a8631" providerId="AD" clId="Web-{28876A92-BFFC-5216-50DA-4A9D6BBE8D1D}" dt="2025-11-11T20:44:25.872" v="824" actId="14100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Lamberg Jemina" userId="S::ac7684@student.jamk.fi::97761d65-d17e-4d82-b67d-d570388a8631" providerId="AD" clId="Web-{28876A92-BFFC-5216-50DA-4A9D6BBE8D1D}" dt="2025-11-11T20:49:24.993" v="829" actId="20577"/>
          <ac:spMkLst>
            <pc:docMk/>
            <pc:sldMk cId="782385677" sldId="256"/>
            <ac:spMk id="3" creationId="{00000000-0000-0000-0000-000000000000}"/>
          </ac:spMkLst>
        </pc:spChg>
        <pc:spChg chg="add">
          <ac:chgData name="Lamberg Jemina" userId="S::ac7684@student.jamk.fi::97761d65-d17e-4d82-b67d-d570388a8631" providerId="AD" clId="Web-{28876A92-BFFC-5216-50DA-4A9D6BBE8D1D}" dt="2025-11-11T20:42:49.730" v="823"/>
          <ac:spMkLst>
            <pc:docMk/>
            <pc:sldMk cId="782385677" sldId="256"/>
            <ac:spMk id="38" creationId="{E20BB609-EF92-42DB-836C-0699A590B5CF}"/>
          </ac:spMkLst>
        </pc:spChg>
        <pc:spChg chg="add">
          <ac:chgData name="Lamberg Jemina" userId="S::ac7684@student.jamk.fi::97761d65-d17e-4d82-b67d-d570388a8631" providerId="AD" clId="Web-{28876A92-BFFC-5216-50DA-4A9D6BBE8D1D}" dt="2025-11-11T20:42:49.730" v="823"/>
          <ac:spMkLst>
            <pc:docMk/>
            <pc:sldMk cId="782385677" sldId="256"/>
            <ac:spMk id="40" creationId="{ECF0998E-D577-43EA-A7B8-E3EC67F75955}"/>
          </ac:spMkLst>
        </pc:spChg>
        <pc:spChg chg="add">
          <ac:chgData name="Lamberg Jemina" userId="S::ac7684@student.jamk.fi::97761d65-d17e-4d82-b67d-d570388a8631" providerId="AD" clId="Web-{28876A92-BFFC-5216-50DA-4A9D6BBE8D1D}" dt="2025-11-11T20:42:49.730" v="823"/>
          <ac:spMkLst>
            <pc:docMk/>
            <pc:sldMk cId="782385677" sldId="256"/>
            <ac:spMk id="42" creationId="{B2C335F7-F61C-4EB4-80F2-4B1438FE66BB}"/>
          </ac:spMkLst>
        </pc:spChg>
        <pc:spChg chg="add">
          <ac:chgData name="Lamberg Jemina" userId="S::ac7684@student.jamk.fi::97761d65-d17e-4d82-b67d-d570388a8631" providerId="AD" clId="Web-{28876A92-BFFC-5216-50DA-4A9D6BBE8D1D}" dt="2025-11-11T20:42:49.730" v="823"/>
          <ac:spMkLst>
            <pc:docMk/>
            <pc:sldMk cId="782385677" sldId="256"/>
            <ac:spMk id="44" creationId="{E7DC364D-882B-4786-89FB-1703C1A5CFF0}"/>
          </ac:spMkLst>
        </pc:spChg>
        <pc:spChg chg="add">
          <ac:chgData name="Lamberg Jemina" userId="S::ac7684@student.jamk.fi::97761d65-d17e-4d82-b67d-d570388a8631" providerId="AD" clId="Web-{28876A92-BFFC-5216-50DA-4A9D6BBE8D1D}" dt="2025-11-11T20:42:49.730" v="823"/>
          <ac:spMkLst>
            <pc:docMk/>
            <pc:sldMk cId="782385677" sldId="256"/>
            <ac:spMk id="46" creationId="{F1189494-2B67-46D2-93D6-A122A09BF6B2}"/>
          </ac:spMkLst>
        </pc:spChg>
        <pc:picChg chg="mod">
          <ac:chgData name="Lamberg Jemina" userId="S::ac7684@student.jamk.fi::97761d65-d17e-4d82-b67d-d570388a8631" providerId="AD" clId="Web-{28876A92-BFFC-5216-50DA-4A9D6BBE8D1D}" dt="2025-11-11T20:42:32.199" v="820"/>
          <ac:picMkLst>
            <pc:docMk/>
            <pc:sldMk cId="782385677" sldId="256"/>
            <ac:picMk id="14" creationId="{84EB4D19-43F0-D929-E2A4-3B8750CEEA55}"/>
          </ac:picMkLst>
        </pc:picChg>
      </pc:sldChg>
      <pc:sldChg chg="addSp modSp new mod modClrScheme chgLayout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3248141418" sldId="257"/>
        </pc:sldMkLst>
        <pc:spChg chg="mod ord">
          <ac:chgData name="Lamberg Jemina" userId="S::ac7684@student.jamk.fi::97761d65-d17e-4d82-b67d-d570388a8631" providerId="AD" clId="Web-{28876A92-BFFC-5216-50DA-4A9D6BBE8D1D}" dt="2025-11-11T20:32:03.128" v="648" actId="20577"/>
          <ac:spMkLst>
            <pc:docMk/>
            <pc:sldMk cId="3248141418" sldId="257"/>
            <ac:spMk id="2" creationId="{559A35DC-8C51-75B2-B3D4-0B0834D33050}"/>
          </ac:spMkLst>
        </pc:spChg>
        <pc:spChg chg="mod ord">
          <ac:chgData name="Lamberg Jemina" userId="S::ac7684@student.jamk.fi::97761d65-d17e-4d82-b67d-d570388a8631" providerId="AD" clId="Web-{28876A92-BFFC-5216-50DA-4A9D6BBE8D1D}" dt="2025-11-11T20:18:41.768" v="528" actId="20577"/>
          <ac:spMkLst>
            <pc:docMk/>
            <pc:sldMk cId="3248141418" sldId="257"/>
            <ac:spMk id="3" creationId="{AEC4C8BF-A3FB-C61D-805F-9830AE75DDA2}"/>
          </ac:spMkLst>
        </pc:spChg>
        <pc:spChg chg="add mod ord">
          <ac:chgData name="Lamberg Jemina" userId="S::ac7684@student.jamk.fi::97761d65-d17e-4d82-b67d-d570388a8631" providerId="AD" clId="Web-{28876A92-BFFC-5216-50DA-4A9D6BBE8D1D}" dt="2025-11-11T20:07:19.159" v="110" actId="20577"/>
          <ac:spMkLst>
            <pc:docMk/>
            <pc:sldMk cId="3248141418" sldId="257"/>
            <ac:spMk id="4" creationId="{DDAEEFB5-2F1E-8BB8-B811-7B3D67FA16DC}"/>
          </ac:spMkLst>
        </pc:spChg>
        <pc:spChg chg="add mod ord">
          <ac:chgData name="Lamberg Jemina" userId="S::ac7684@student.jamk.fi::97761d65-d17e-4d82-b67d-d570388a8631" providerId="AD" clId="Web-{28876A92-BFFC-5216-50DA-4A9D6BBE8D1D}" dt="2025-11-11T20:07:23.799" v="112" actId="20577"/>
          <ac:spMkLst>
            <pc:docMk/>
            <pc:sldMk cId="3248141418" sldId="257"/>
            <ac:spMk id="5" creationId="{D52D9ECD-67A7-62DB-E17C-B0F6A340A957}"/>
          </ac:spMkLst>
        </pc:spChg>
        <pc:spChg chg="add mod ord">
          <ac:chgData name="Lamberg Jemina" userId="S::ac7684@student.jamk.fi::97761d65-d17e-4d82-b67d-d570388a8631" providerId="AD" clId="Web-{28876A92-BFFC-5216-50DA-4A9D6BBE8D1D}" dt="2025-11-11T20:12:01.227" v="278" actId="20577"/>
          <ac:spMkLst>
            <pc:docMk/>
            <pc:sldMk cId="3248141418" sldId="257"/>
            <ac:spMk id="6" creationId="{CC1B1B61-1F81-F532-86A0-B5DC758604E7}"/>
          </ac:spMkLst>
        </pc:spChg>
      </pc:sldChg>
      <pc:sldChg chg="modSp new mod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3502173465" sldId="259"/>
        </pc:sldMkLst>
        <pc:spChg chg="mod">
          <ac:chgData name="Lamberg Jemina" userId="S::ac7684@student.jamk.fi::97761d65-d17e-4d82-b67d-d570388a8631" providerId="AD" clId="Web-{28876A92-BFFC-5216-50DA-4A9D6BBE8D1D}" dt="2025-11-11T19:58:04.089" v="41" actId="20577"/>
          <ac:spMkLst>
            <pc:docMk/>
            <pc:sldMk cId="3502173465" sldId="259"/>
            <ac:spMk id="2" creationId="{AAFF121F-500B-B01A-3240-5100D790DC49}"/>
          </ac:spMkLst>
        </pc:spChg>
        <pc:spChg chg="mod">
          <ac:chgData name="Lamberg Jemina" userId="S::ac7684@student.jamk.fi::97761d65-d17e-4d82-b67d-d570388a8631" providerId="AD" clId="Web-{28876A92-BFFC-5216-50DA-4A9D6BBE8D1D}" dt="2025-11-11T20:33:09.442" v="657" actId="20577"/>
          <ac:spMkLst>
            <pc:docMk/>
            <pc:sldMk cId="3502173465" sldId="259"/>
            <ac:spMk id="3" creationId="{A4F489A9-446D-B51B-3899-293FB41086A5}"/>
          </ac:spMkLst>
        </pc:spChg>
      </pc:sldChg>
      <pc:sldChg chg="addSp delSp modSp new mod ord setBg setClrOvrMap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3311315459" sldId="260"/>
        </pc:sldMkLst>
        <pc:spChg chg="add">
          <ac:chgData name="Lamberg Jemina" userId="S::ac7684@student.jamk.fi::97761d65-d17e-4d82-b67d-d570388a8631" providerId="AD" clId="Web-{28876A92-BFFC-5216-50DA-4A9D6BBE8D1D}" dt="2025-11-11T20:00:31.592" v="59"/>
          <ac:spMkLst>
            <pc:docMk/>
            <pc:sldMk cId="3311315459" sldId="260"/>
            <ac:spMk id="14" creationId="{774A975B-A886-5202-0489-6965514A0D14}"/>
          </ac:spMkLst>
        </pc:spChg>
        <pc:spChg chg="add">
          <ac:chgData name="Lamberg Jemina" userId="S::ac7684@student.jamk.fi::97761d65-d17e-4d82-b67d-d570388a8631" providerId="AD" clId="Web-{28876A92-BFFC-5216-50DA-4A9D6BBE8D1D}" dt="2025-11-11T20:00:31.592" v="59"/>
          <ac:spMkLst>
            <pc:docMk/>
            <pc:sldMk cId="3311315459" sldId="260"/>
            <ac:spMk id="16" creationId="{EA67E988-5919-57BB-C7DE-D3EAD38A3045}"/>
          </ac:spMkLst>
        </pc:spChg>
        <pc:spChg chg="add">
          <ac:chgData name="Lamberg Jemina" userId="S::ac7684@student.jamk.fi::97761d65-d17e-4d82-b67d-d570388a8631" providerId="AD" clId="Web-{28876A92-BFFC-5216-50DA-4A9D6BBE8D1D}" dt="2025-11-11T20:00:31.592" v="59"/>
          <ac:spMkLst>
            <pc:docMk/>
            <pc:sldMk cId="3311315459" sldId="260"/>
            <ac:spMk id="18" creationId="{E20BB609-EF92-42DB-836C-0699A590B5CF}"/>
          </ac:spMkLst>
        </pc:spChg>
        <pc:spChg chg="add">
          <ac:chgData name="Lamberg Jemina" userId="S::ac7684@student.jamk.fi::97761d65-d17e-4d82-b67d-d570388a8631" providerId="AD" clId="Web-{28876A92-BFFC-5216-50DA-4A9D6BBE8D1D}" dt="2025-11-11T20:00:31.592" v="59"/>
          <ac:spMkLst>
            <pc:docMk/>
            <pc:sldMk cId="3311315459" sldId="260"/>
            <ac:spMk id="20" creationId="{637992A9-1E8C-4E57-B4F4-EE2D38E504A2}"/>
          </ac:spMkLst>
        </pc:spChg>
        <pc:picChg chg="add mod">
          <ac:chgData name="Lamberg Jemina" userId="S::ac7684@student.jamk.fi::97761d65-d17e-4d82-b67d-d570388a8631" providerId="AD" clId="Web-{28876A92-BFFC-5216-50DA-4A9D6BBE8D1D}" dt="2025-11-11T19:59:48.904" v="52"/>
          <ac:picMkLst>
            <pc:docMk/>
            <pc:sldMk cId="3311315459" sldId="260"/>
            <ac:picMk id="2" creationId="{0066F3E7-6B16-2E1D-766A-E05545A1694A}"/>
          </ac:picMkLst>
        </pc:picChg>
      </pc:sldChg>
      <pc:sldChg chg="addSp delSp modSp new mod setBg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3230694532" sldId="261"/>
        </pc:sldMkLst>
        <pc:spChg chg="mod">
          <ac:chgData name="Lamberg Jemina" userId="S::ac7684@student.jamk.fi::97761d65-d17e-4d82-b67d-d570388a8631" providerId="AD" clId="Web-{28876A92-BFFC-5216-50DA-4A9D6BBE8D1D}" dt="2025-11-11T20:36:18.399" v="799"/>
          <ac:spMkLst>
            <pc:docMk/>
            <pc:sldMk cId="3230694532" sldId="261"/>
            <ac:spMk id="2" creationId="{A04CB39E-E258-C5A6-DF02-AFEF48E49B12}"/>
          </ac:spMkLst>
        </pc:spChg>
        <pc:spChg chg="add">
          <ac:chgData name="Lamberg Jemina" userId="S::ac7684@student.jamk.fi::97761d65-d17e-4d82-b67d-d570388a8631" providerId="AD" clId="Web-{28876A92-BFFC-5216-50DA-4A9D6BBE8D1D}" dt="2025-11-11T20:36:18.399" v="799"/>
          <ac:spMkLst>
            <pc:docMk/>
            <pc:sldMk cId="3230694532" sldId="261"/>
            <ac:spMk id="9" creationId="{04213918-F1EB-4BCE-BE23-F5E9851EE05C}"/>
          </ac:spMkLst>
        </pc:spChg>
        <pc:spChg chg="add">
          <ac:chgData name="Lamberg Jemina" userId="S::ac7684@student.jamk.fi::97761d65-d17e-4d82-b67d-d570388a8631" providerId="AD" clId="Web-{28876A92-BFFC-5216-50DA-4A9D6BBE8D1D}" dt="2025-11-11T20:36:18.399" v="799"/>
          <ac:spMkLst>
            <pc:docMk/>
            <pc:sldMk cId="3230694532" sldId="261"/>
            <ac:spMk id="11" creationId="{2062E862-C7F7-4CA1-B929-D0B75F5E9FB9}"/>
          </ac:spMkLst>
        </pc:spChg>
        <pc:graphicFrameChg chg="add modGraphic">
          <ac:chgData name="Lamberg Jemina" userId="S::ac7684@student.jamk.fi::97761d65-d17e-4d82-b67d-d570388a8631" providerId="AD" clId="Web-{28876A92-BFFC-5216-50DA-4A9D6BBE8D1D}" dt="2025-11-11T20:37:03.415" v="805"/>
          <ac:graphicFrameMkLst>
            <pc:docMk/>
            <pc:sldMk cId="3230694532" sldId="261"/>
            <ac:graphicFrameMk id="5" creationId="{50F54A46-DBF4-2873-49CC-9892AEBDE56F}"/>
          </ac:graphicFrameMkLst>
        </pc:graphicFrameChg>
      </pc:sldChg>
      <pc:sldChg chg="addSp modSp new mod setBg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1028601566" sldId="262"/>
        </pc:sldMkLst>
        <pc:spChg chg="mod">
          <ac:chgData name="Lamberg Jemina" userId="S::ac7684@student.jamk.fi::97761d65-d17e-4d82-b67d-d570388a8631" providerId="AD" clId="Web-{28876A92-BFFC-5216-50DA-4A9D6BBE8D1D}" dt="2025-11-11T20:03:13.375" v="64" actId="20577"/>
          <ac:spMkLst>
            <pc:docMk/>
            <pc:sldMk cId="1028601566" sldId="262"/>
            <ac:spMk id="2" creationId="{E582A9FF-EF15-7757-DB1E-D00D778B3CA4}"/>
          </ac:spMkLst>
        </pc:spChg>
        <pc:spChg chg="mod">
          <ac:chgData name="Lamberg Jemina" userId="S::ac7684@student.jamk.fi::97761d65-d17e-4d82-b67d-d570388a8631" providerId="AD" clId="Web-{28876A92-BFFC-5216-50DA-4A9D6BBE8D1D}" dt="2025-11-11T20:31:49.566" v="643" actId="14100"/>
          <ac:spMkLst>
            <pc:docMk/>
            <pc:sldMk cId="1028601566" sldId="262"/>
            <ac:spMk id="3" creationId="{519D96FA-3668-E40F-E069-A75F5AD7128D}"/>
          </ac:spMkLst>
        </pc:spChg>
        <pc:graphicFrameChg chg="add mod modGraphic">
          <ac:chgData name="Lamberg Jemina" userId="S::ac7684@student.jamk.fi::97761d65-d17e-4d82-b67d-d570388a8631" providerId="AD" clId="Web-{28876A92-BFFC-5216-50DA-4A9D6BBE8D1D}" dt="2025-11-11T20:31:46.315" v="642" actId="1076"/>
          <ac:graphicFrameMkLst>
            <pc:docMk/>
            <pc:sldMk cId="1028601566" sldId="262"/>
            <ac:graphicFrameMk id="4" creationId="{71C5B921-8ADC-CBC6-759C-1B00C5745CBC}"/>
          </ac:graphicFrameMkLst>
        </pc:graphicFrameChg>
      </pc:sldChg>
      <pc:sldChg chg="modSp add mod replId">
        <pc:chgData name="Lamberg Jemina" userId="S::ac7684@student.jamk.fi::97761d65-d17e-4d82-b67d-d570388a8631" providerId="AD" clId="Web-{28876A92-BFFC-5216-50DA-4A9D6BBE8D1D}" dt="2025-11-11T20:42:26.027" v="819"/>
        <pc:sldMkLst>
          <pc:docMk/>
          <pc:sldMk cId="1436540518" sldId="263"/>
        </pc:sldMkLst>
        <pc:spChg chg="mod">
          <ac:chgData name="Lamberg Jemina" userId="S::ac7684@student.jamk.fi::97761d65-d17e-4d82-b67d-d570388a8631" providerId="AD" clId="Web-{28876A92-BFFC-5216-50DA-4A9D6BBE8D1D}" dt="2025-11-11T20:32:05.957" v="650" actId="20577"/>
          <ac:spMkLst>
            <pc:docMk/>
            <pc:sldMk cId="1436540518" sldId="263"/>
            <ac:spMk id="2" creationId="{3EF9EAE6-1927-A6D6-6A7F-FB548DE673C5}"/>
          </ac:spMkLst>
        </pc:spChg>
        <pc:spChg chg="mod">
          <ac:chgData name="Lamberg Jemina" userId="S::ac7684@student.jamk.fi::97761d65-d17e-4d82-b67d-d570388a8631" providerId="AD" clId="Web-{28876A92-BFFC-5216-50DA-4A9D6BBE8D1D}" dt="2025-11-11T20:14:46.889" v="379" actId="20577"/>
          <ac:spMkLst>
            <pc:docMk/>
            <pc:sldMk cId="1436540518" sldId="263"/>
            <ac:spMk id="3" creationId="{DF631F53-AA48-E284-218B-978218C547BC}"/>
          </ac:spMkLst>
        </pc:spChg>
        <pc:spChg chg="mod">
          <ac:chgData name="Lamberg Jemina" userId="S::ac7684@student.jamk.fi::97761d65-d17e-4d82-b67d-d570388a8631" providerId="AD" clId="Web-{28876A92-BFFC-5216-50DA-4A9D6BBE8D1D}" dt="2025-11-11T20:07:26.752" v="113" actId="20577"/>
          <ac:spMkLst>
            <pc:docMk/>
            <pc:sldMk cId="1436540518" sldId="263"/>
            <ac:spMk id="4" creationId="{8E9EDA5E-FDAE-C9CA-E55C-54FDCBAE5214}"/>
          </ac:spMkLst>
        </pc:spChg>
        <pc:spChg chg="mod">
          <ac:chgData name="Lamberg Jemina" userId="S::ac7684@student.jamk.fi::97761d65-d17e-4d82-b67d-d570388a8631" providerId="AD" clId="Web-{28876A92-BFFC-5216-50DA-4A9D6BBE8D1D}" dt="2025-11-11T20:07:31.362" v="115" actId="20577"/>
          <ac:spMkLst>
            <pc:docMk/>
            <pc:sldMk cId="1436540518" sldId="263"/>
            <ac:spMk id="5" creationId="{0EC6B41A-24DA-A98D-58BE-024ED1398250}"/>
          </ac:spMkLst>
        </pc:spChg>
        <pc:spChg chg="mod">
          <ac:chgData name="Lamberg Jemina" userId="S::ac7684@student.jamk.fi::97761d65-d17e-4d82-b67d-d570388a8631" providerId="AD" clId="Web-{28876A92-BFFC-5216-50DA-4A9D6BBE8D1D}" dt="2025-11-11T20:16:17.469" v="447" actId="20577"/>
          <ac:spMkLst>
            <pc:docMk/>
            <pc:sldMk cId="1436540518" sldId="263"/>
            <ac:spMk id="6" creationId="{0E9584C2-0C58-011E-EE41-7AC4FF19DB65}"/>
          </ac:spMkLst>
        </pc:spChg>
      </pc:sldChg>
      <pc:sldMasterChg chg="mod setBg modSldLayout">
        <pc:chgData name="Lamberg Jemina" userId="S::ac7684@student.jamk.fi::97761d65-d17e-4d82-b67d-d570388a8631" providerId="AD" clId="Web-{28876A92-BFFC-5216-50DA-4A9D6BBE8D1D}" dt="2025-11-11T20:42:26.027" v="819"/>
        <pc:sldMasterMkLst>
          <pc:docMk/>
          <pc:sldMasterMk cId="2639395569" sldId="2147483660"/>
        </pc:sldMasterMkLst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1914798053" sldId="2147483661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1532401689" sldId="2147483662"/>
          </pc:sldLayoutMkLst>
        </pc:sldLayoutChg>
        <pc:sldLayoutChg chg="mod setFolMasterObjs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3582332297" sldId="2147483663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372674999" sldId="2147483664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4158261871" sldId="2147483665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2636402814" sldId="2147483666"/>
          </pc:sldLayoutMkLst>
        </pc:sldLayoutChg>
        <pc:sldLayoutChg chg="mod setFolMasterObjs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2031588468" sldId="2147483667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172961849" sldId="2147483668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2122343333" sldId="2147483669"/>
          </pc:sldLayoutMkLst>
        </pc:sldLayoutChg>
        <pc:sldLayoutChg chg="mod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2609102165" sldId="2147483670"/>
          </pc:sldLayoutMkLst>
        </pc:sldLayoutChg>
        <pc:sldLayoutChg chg="mod setFolMasterObjs">
          <pc:chgData name="Lamberg Jemina" userId="S::ac7684@student.jamk.fi::97761d65-d17e-4d82-b67d-d570388a8631" providerId="AD" clId="Web-{28876A92-BFFC-5216-50DA-4A9D6BBE8D1D}" dt="2025-11-11T20:42:26.027" v="819"/>
          <pc:sldLayoutMkLst>
            <pc:docMk/>
            <pc:sldMasterMk cId="2639395569" sldId="2147483660"/>
            <pc:sldLayoutMk cId="1981282832" sldId="2147483671"/>
          </pc:sldLayoutMkLst>
        </pc:sldLayoutChg>
      </pc:sldMasterChg>
    </pc:docChg>
  </pc:docChgLst>
  <pc:docChgLst>
    <pc:chgData name="Virkkala Eemeli" userId="41121159-6b37-48f0-a805-22486ccf5424" providerId="ADAL" clId="{94D1BADB-41B3-4BE2-B47C-4B73F25CFA1F}"/>
    <pc:docChg chg="undo custSel modSld">
      <pc:chgData name="Virkkala Eemeli" userId="41121159-6b37-48f0-a805-22486ccf5424" providerId="ADAL" clId="{94D1BADB-41B3-4BE2-B47C-4B73F25CFA1F}" dt="2025-11-20T11:35:22.591" v="320" actId="20577"/>
      <pc:docMkLst>
        <pc:docMk/>
      </pc:docMkLst>
      <pc:sldChg chg="modSp mod">
        <pc:chgData name="Virkkala Eemeli" userId="41121159-6b37-48f0-a805-22486ccf5424" providerId="ADAL" clId="{94D1BADB-41B3-4BE2-B47C-4B73F25CFA1F}" dt="2025-11-20T11:35:22.591" v="320" actId="20577"/>
        <pc:sldMkLst>
          <pc:docMk/>
          <pc:sldMk cId="3502173465" sldId="259"/>
        </pc:sldMkLst>
        <pc:spChg chg="mod">
          <ac:chgData name="Virkkala Eemeli" userId="41121159-6b37-48f0-a805-22486ccf5424" providerId="ADAL" clId="{94D1BADB-41B3-4BE2-B47C-4B73F25CFA1F}" dt="2025-11-20T11:35:22.591" v="320" actId="20577"/>
          <ac:spMkLst>
            <pc:docMk/>
            <pc:sldMk cId="3502173465" sldId="259"/>
            <ac:spMk id="3" creationId="{A4F489A9-446D-B51B-3899-293FB41086A5}"/>
          </ac:spMkLst>
        </pc:spChg>
        <pc:picChg chg="mod">
          <ac:chgData name="Virkkala Eemeli" userId="41121159-6b37-48f0-a805-22486ccf5424" providerId="ADAL" clId="{94D1BADB-41B3-4BE2-B47C-4B73F25CFA1F}" dt="2025-11-20T11:23:48.738" v="172" actId="1076"/>
          <ac:picMkLst>
            <pc:docMk/>
            <pc:sldMk cId="3502173465" sldId="259"/>
            <ac:picMk id="348" creationId="{2DAFD3B1-7E0E-B06B-4526-5EBB909064EA}"/>
          </ac:picMkLst>
        </pc:picChg>
      </pc:sldChg>
    </pc:docChg>
  </pc:docChgLst>
  <pc:docChgLst>
    <pc:chgData name="Lamberg Jemina" userId="S::ac7684@student.jamk.fi::97761d65-d17e-4d82-b67d-d570388a8631" providerId="AD" clId="Web-{E0E97E28-F6F2-4CA7-971F-FE6F62D96888}"/>
    <pc:docChg chg="modSld">
      <pc:chgData name="Lamberg Jemina" userId="S::ac7684@student.jamk.fi::97761d65-d17e-4d82-b67d-d570388a8631" providerId="AD" clId="Web-{E0E97E28-F6F2-4CA7-971F-FE6F62D96888}" dt="2025-11-15T13:19:26.401" v="286" actId="20577"/>
      <pc:docMkLst>
        <pc:docMk/>
      </pc:docMkLst>
      <pc:sldChg chg="modSp">
        <pc:chgData name="Lamberg Jemina" userId="S::ac7684@student.jamk.fi::97761d65-d17e-4d82-b67d-d570388a8631" providerId="AD" clId="Web-{E0E97E28-F6F2-4CA7-971F-FE6F62D96888}" dt="2025-11-15T13:13:15.209" v="188" actId="1076"/>
        <pc:sldMkLst>
          <pc:docMk/>
          <pc:sldMk cId="3248141418" sldId="257"/>
        </pc:sldMkLst>
        <pc:spChg chg="mod">
          <ac:chgData name="Lamberg Jemina" userId="S::ac7684@student.jamk.fi::97761d65-d17e-4d82-b67d-d570388a8631" providerId="AD" clId="Web-{E0E97E28-F6F2-4CA7-971F-FE6F62D96888}" dt="2025-11-15T13:12:57.146" v="183" actId="1076"/>
          <ac:spMkLst>
            <pc:docMk/>
            <pc:sldMk cId="3248141418" sldId="257"/>
            <ac:spMk id="3" creationId="{AEC4C8BF-A3FB-C61D-805F-9830AE75DDA2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3:11.318" v="187" actId="1076"/>
          <ac:spMkLst>
            <pc:docMk/>
            <pc:sldMk cId="3248141418" sldId="257"/>
            <ac:spMk id="4" creationId="{DDAEEFB5-2F1E-8BB8-B811-7B3D67FA16DC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3:02.802" v="185" actId="1076"/>
          <ac:spMkLst>
            <pc:docMk/>
            <pc:sldMk cId="3248141418" sldId="257"/>
            <ac:spMk id="5" creationId="{D52D9ECD-67A7-62DB-E17C-B0F6A340A957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2:59.224" v="184" actId="1076"/>
          <ac:spMkLst>
            <pc:docMk/>
            <pc:sldMk cId="3248141418" sldId="257"/>
            <ac:spMk id="6" creationId="{CC1B1B61-1F81-F532-86A0-B5DC758604E7}"/>
          </ac:spMkLst>
        </pc:spChg>
        <pc:picChg chg="mod">
          <ac:chgData name="Lamberg Jemina" userId="S::ac7684@student.jamk.fi::97761d65-d17e-4d82-b67d-d570388a8631" providerId="AD" clId="Web-{E0E97E28-F6F2-4CA7-971F-FE6F62D96888}" dt="2025-11-15T13:13:15.209" v="188" actId="1076"/>
          <ac:picMkLst>
            <pc:docMk/>
            <pc:sldMk cId="3248141418" sldId="257"/>
            <ac:picMk id="7" creationId="{4B93D167-9BEA-8ECA-9CF3-8FFFF3A8B72B}"/>
          </ac:picMkLst>
        </pc:picChg>
        <pc:picChg chg="mod">
          <ac:chgData name="Lamberg Jemina" userId="S::ac7684@student.jamk.fi::97761d65-d17e-4d82-b67d-d570388a8631" providerId="AD" clId="Web-{E0E97E28-F6F2-4CA7-971F-FE6F62D96888}" dt="2025-11-15T13:13:06.271" v="186" actId="1076"/>
          <ac:picMkLst>
            <pc:docMk/>
            <pc:sldMk cId="3248141418" sldId="257"/>
            <ac:picMk id="8" creationId="{0ECF182C-6D48-2749-9643-0674B886A36A}"/>
          </ac:picMkLst>
        </pc:picChg>
      </pc:sldChg>
      <pc:sldChg chg="addSp delSp modSp">
        <pc:chgData name="Lamberg Jemina" userId="S::ac7684@student.jamk.fi::97761d65-d17e-4d82-b67d-d570388a8631" providerId="AD" clId="Web-{E0E97E28-F6F2-4CA7-971F-FE6F62D96888}" dt="2025-11-15T13:16:46.632" v="278" actId="1076"/>
        <pc:sldMkLst>
          <pc:docMk/>
          <pc:sldMk cId="3502173465" sldId="259"/>
        </pc:sldMkLst>
        <pc:spChg chg="mod">
          <ac:chgData name="Lamberg Jemina" userId="S::ac7684@student.jamk.fi::97761d65-d17e-4d82-b67d-d570388a8631" providerId="AD" clId="Web-{E0E97E28-F6F2-4CA7-971F-FE6F62D96888}" dt="2025-11-15T13:16:42.038" v="277" actId="20577"/>
          <ac:spMkLst>
            <pc:docMk/>
            <pc:sldMk cId="3502173465" sldId="259"/>
            <ac:spMk id="3" creationId="{A4F489A9-446D-B51B-3899-293FB41086A5}"/>
          </ac:spMkLst>
        </pc:spChg>
        <pc:graphicFrameChg chg="add mod modGraphic">
          <ac:chgData name="Lamberg Jemina" userId="S::ac7684@student.jamk.fi::97761d65-d17e-4d82-b67d-d570388a8631" providerId="AD" clId="Web-{E0E97E28-F6F2-4CA7-971F-FE6F62D96888}" dt="2025-11-15T13:03:52.359" v="78" actId="1076"/>
          <ac:graphicFrameMkLst>
            <pc:docMk/>
            <pc:sldMk cId="3502173465" sldId="259"/>
            <ac:graphicFrameMk id="15" creationId="{6FBE1EC0-E7DC-B1E8-8FE6-AB666506BCC4}"/>
          </ac:graphicFrameMkLst>
        </pc:graphicFrameChg>
        <pc:picChg chg="add mod">
          <ac:chgData name="Lamberg Jemina" userId="S::ac7684@student.jamk.fi::97761d65-d17e-4d82-b67d-d570388a8631" providerId="AD" clId="Web-{E0E97E28-F6F2-4CA7-971F-FE6F62D96888}" dt="2025-11-15T13:16:46.632" v="278" actId="1076"/>
          <ac:picMkLst>
            <pc:docMk/>
            <pc:sldMk cId="3502173465" sldId="259"/>
            <ac:picMk id="348" creationId="{2DAFD3B1-7E0E-B06B-4526-5EBB909064EA}"/>
          </ac:picMkLst>
        </pc:picChg>
      </pc:sldChg>
      <pc:sldChg chg="modSp">
        <pc:chgData name="Lamberg Jemina" userId="S::ac7684@student.jamk.fi::97761d65-d17e-4d82-b67d-d570388a8631" providerId="AD" clId="Web-{E0E97E28-F6F2-4CA7-971F-FE6F62D96888}" dt="2025-11-15T13:17:31.899" v="284" actId="20577"/>
        <pc:sldMkLst>
          <pc:docMk/>
          <pc:sldMk cId="3230694532" sldId="261"/>
        </pc:sldMkLst>
        <pc:spChg chg="mod">
          <ac:chgData name="Lamberg Jemina" userId="S::ac7684@student.jamk.fi::97761d65-d17e-4d82-b67d-d570388a8631" providerId="AD" clId="Web-{E0E97E28-F6F2-4CA7-971F-FE6F62D96888}" dt="2025-11-15T13:17:31.899" v="284" actId="20577"/>
          <ac:spMkLst>
            <pc:docMk/>
            <pc:sldMk cId="3230694532" sldId="261"/>
            <ac:spMk id="2" creationId="{A04CB39E-E258-C5A6-DF02-AFEF48E49B12}"/>
          </ac:spMkLst>
        </pc:spChg>
      </pc:sldChg>
      <pc:sldChg chg="modSp">
        <pc:chgData name="Lamberg Jemina" userId="S::ac7684@student.jamk.fi::97761d65-d17e-4d82-b67d-d570388a8631" providerId="AD" clId="Web-{E0E97E28-F6F2-4CA7-971F-FE6F62D96888}" dt="2025-11-15T13:19:26.401" v="286" actId="20577"/>
        <pc:sldMkLst>
          <pc:docMk/>
          <pc:sldMk cId="1028601566" sldId="262"/>
        </pc:sldMkLst>
        <pc:spChg chg="mod">
          <ac:chgData name="Lamberg Jemina" userId="S::ac7684@student.jamk.fi::97761d65-d17e-4d82-b67d-d570388a8631" providerId="AD" clId="Web-{E0E97E28-F6F2-4CA7-971F-FE6F62D96888}" dt="2025-11-15T13:19:26.401" v="286" actId="20577"/>
          <ac:spMkLst>
            <pc:docMk/>
            <pc:sldMk cId="1028601566" sldId="262"/>
            <ac:spMk id="3" creationId="{519D96FA-3668-E40F-E069-A75F5AD7128D}"/>
          </ac:spMkLst>
        </pc:spChg>
      </pc:sldChg>
      <pc:sldChg chg="modSp">
        <pc:chgData name="Lamberg Jemina" userId="S::ac7684@student.jamk.fi::97761d65-d17e-4d82-b67d-d570388a8631" providerId="AD" clId="Web-{E0E97E28-F6F2-4CA7-971F-FE6F62D96888}" dt="2025-11-15T13:13:37.037" v="194" actId="1076"/>
        <pc:sldMkLst>
          <pc:docMk/>
          <pc:sldMk cId="1436540518" sldId="263"/>
        </pc:sldMkLst>
        <pc:spChg chg="mod">
          <ac:chgData name="Lamberg Jemina" userId="S::ac7684@student.jamk.fi::97761d65-d17e-4d82-b67d-d570388a8631" providerId="AD" clId="Web-{E0E97E28-F6F2-4CA7-971F-FE6F62D96888}" dt="2025-11-15T13:13:24.552" v="189" actId="1076"/>
          <ac:spMkLst>
            <pc:docMk/>
            <pc:sldMk cId="1436540518" sldId="263"/>
            <ac:spMk id="3" creationId="{DF631F53-AA48-E284-218B-978218C547BC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3:35.115" v="193" actId="1076"/>
          <ac:spMkLst>
            <pc:docMk/>
            <pc:sldMk cId="1436540518" sldId="263"/>
            <ac:spMk id="4" creationId="{8E9EDA5E-FDAE-C9CA-E55C-54FDCBAE5214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3:29.474" v="191" actId="1076"/>
          <ac:spMkLst>
            <pc:docMk/>
            <pc:sldMk cId="1436540518" sldId="263"/>
            <ac:spMk id="5" creationId="{0EC6B41A-24DA-A98D-58BE-024ED1398250}"/>
          </ac:spMkLst>
        </pc:spChg>
        <pc:spChg chg="mod">
          <ac:chgData name="Lamberg Jemina" userId="S::ac7684@student.jamk.fi::97761d65-d17e-4d82-b67d-d570388a8631" providerId="AD" clId="Web-{E0E97E28-F6F2-4CA7-971F-FE6F62D96888}" dt="2025-11-15T13:13:26.771" v="190" actId="1076"/>
          <ac:spMkLst>
            <pc:docMk/>
            <pc:sldMk cId="1436540518" sldId="263"/>
            <ac:spMk id="6" creationId="{0E9584C2-0C58-011E-EE41-7AC4FF19DB65}"/>
          </ac:spMkLst>
        </pc:spChg>
        <pc:picChg chg="mod">
          <ac:chgData name="Lamberg Jemina" userId="S::ac7684@student.jamk.fi::97761d65-d17e-4d82-b67d-d570388a8631" providerId="AD" clId="Web-{E0E97E28-F6F2-4CA7-971F-FE6F62D96888}" dt="2025-11-15T13:13:37.037" v="194" actId="1076"/>
          <ac:picMkLst>
            <pc:docMk/>
            <pc:sldMk cId="1436540518" sldId="263"/>
            <ac:picMk id="7" creationId="{C1BFFC0E-0167-D3F7-5062-30988D08D8AE}"/>
          </ac:picMkLst>
        </pc:picChg>
        <pc:picChg chg="mod">
          <ac:chgData name="Lamberg Jemina" userId="S::ac7684@student.jamk.fi::97761d65-d17e-4d82-b67d-d570388a8631" providerId="AD" clId="Web-{E0E97E28-F6F2-4CA7-971F-FE6F62D96888}" dt="2025-11-15T13:13:32.334" v="192" actId="1076"/>
          <ac:picMkLst>
            <pc:docMk/>
            <pc:sldMk cId="1436540518" sldId="263"/>
            <ac:picMk id="8" creationId="{1E18A0AB-9A45-3FF8-D8E4-09F0E0202621}"/>
          </ac:picMkLst>
        </pc:picChg>
      </pc:sldChg>
      <pc:sldChg chg="modSp">
        <pc:chgData name="Lamberg Jemina" userId="S::ac7684@student.jamk.fi::97761d65-d17e-4d82-b67d-d570388a8631" providerId="AD" clId="Web-{E0E97E28-F6F2-4CA7-971F-FE6F62D96888}" dt="2025-11-15T13:16:14.006" v="251" actId="20577"/>
        <pc:sldMkLst>
          <pc:docMk/>
          <pc:sldMk cId="1316065745" sldId="264"/>
        </pc:sldMkLst>
        <pc:spChg chg="mod">
          <ac:chgData name="Lamberg Jemina" userId="S::ac7684@student.jamk.fi::97761d65-d17e-4d82-b67d-d570388a8631" providerId="AD" clId="Web-{E0E97E28-F6F2-4CA7-971F-FE6F62D96888}" dt="2025-11-15T13:16:14.006" v="251" actId="20577"/>
          <ac:spMkLst>
            <pc:docMk/>
            <pc:sldMk cId="1316065745" sldId="264"/>
            <ac:spMk id="3" creationId="{86D81A72-4456-1EF4-B6EA-C15A5FA4359E}"/>
          </ac:spMkLst>
        </pc:spChg>
      </pc:sldChg>
    </pc:docChg>
  </pc:docChgLst>
  <pc:docChgLst>
    <pc:chgData name="Malmberg Henri" userId="S::ae9148@student.jamk.fi::88f48e7e-dbe5-4825-a716-b25c399a6689" providerId="AD" clId="Web-{A17E43A0-AEB2-D068-BB96-616925110808}"/>
    <pc:docChg chg="modSld">
      <pc:chgData name="Malmberg Henri" userId="S::ae9148@student.jamk.fi::88f48e7e-dbe5-4825-a716-b25c399a6689" providerId="AD" clId="Web-{A17E43A0-AEB2-D068-BB96-616925110808}" dt="2025-11-16T08:11:19.379" v="109" actId="20577"/>
      <pc:docMkLst>
        <pc:docMk/>
      </pc:docMkLst>
      <pc:sldChg chg="modSp">
        <pc:chgData name="Malmberg Henri" userId="S::ae9148@student.jamk.fi::88f48e7e-dbe5-4825-a716-b25c399a6689" providerId="AD" clId="Web-{A17E43A0-AEB2-D068-BB96-616925110808}" dt="2025-11-16T08:11:19.379" v="109" actId="20577"/>
        <pc:sldMkLst>
          <pc:docMk/>
          <pc:sldMk cId="1316065745" sldId="264"/>
        </pc:sldMkLst>
        <pc:spChg chg="mod">
          <ac:chgData name="Malmberg Henri" userId="S::ae9148@student.jamk.fi::88f48e7e-dbe5-4825-a716-b25c399a6689" providerId="AD" clId="Web-{A17E43A0-AEB2-D068-BB96-616925110808}" dt="2025-11-16T08:11:19.379" v="109" actId="20577"/>
          <ac:spMkLst>
            <pc:docMk/>
            <pc:sldMk cId="1316065745" sldId="264"/>
            <ac:spMk id="3" creationId="{86D81A72-4456-1EF4-B6EA-C15A5FA4359E}"/>
          </ac:spMkLst>
        </pc:spChg>
        <pc:picChg chg="mod">
          <ac:chgData name="Malmberg Henri" userId="S::ae9148@student.jamk.fi::88f48e7e-dbe5-4825-a716-b25c399a6689" providerId="AD" clId="Web-{A17E43A0-AEB2-D068-BB96-616925110808}" dt="2025-11-16T08:04:10.009" v="38" actId="1076"/>
          <ac:picMkLst>
            <pc:docMk/>
            <pc:sldMk cId="1316065745" sldId="264"/>
            <ac:picMk id="5" creationId="{AAEAB18C-7863-32A0-F334-1966A7ACDF88}"/>
          </ac:picMkLst>
        </pc:picChg>
      </pc:sldChg>
    </pc:docChg>
  </pc:docChgLst>
  <pc:docChgLst>
    <pc:chgData name="Lamberg Jemina" userId="S::ac7684@student.jamk.fi::97761d65-d17e-4d82-b67d-d570388a8631" providerId="AD" clId="Web-{0BC66E91-EE3F-41B3-B9BE-F18904831FF7}"/>
    <pc:docChg chg="addSld delSld modSld">
      <pc:chgData name="Lamberg Jemina" userId="S::ac7684@student.jamk.fi::97761d65-d17e-4d82-b67d-d570388a8631" providerId="AD" clId="Web-{0BC66E91-EE3F-41B3-B9BE-F18904831FF7}" dt="2025-11-15T13:27:18.516" v="3"/>
      <pc:docMkLst>
        <pc:docMk/>
      </pc:docMkLst>
      <pc:sldChg chg="modSp new del">
        <pc:chgData name="Lamberg Jemina" userId="S::ac7684@student.jamk.fi::97761d65-d17e-4d82-b67d-d570388a8631" providerId="AD" clId="Web-{0BC66E91-EE3F-41B3-B9BE-F18904831FF7}" dt="2025-11-15T13:27:18.516" v="3"/>
        <pc:sldMkLst>
          <pc:docMk/>
          <pc:sldMk cId="725491680" sldId="267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0AD559-7122-4804-92CD-99B78C5C3CA9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</dgm:pt>
    <dgm:pt modelId="{6E473C0D-4270-4ACE-9B1A-0CCF61B4F6D4}">
      <dgm:prSet phldrT="[Teksti]" phldr="0"/>
      <dgm:spPr/>
      <dgm:t>
        <a:bodyPr/>
        <a:lstStyle/>
        <a:p>
          <a:pPr rtl="0"/>
          <a:r>
            <a:rPr lang="fi-FI">
              <a:latin typeface="Bierstadt"/>
            </a:rPr>
            <a:t> Dataset</a:t>
          </a:r>
          <a:endParaRPr lang="fi-FI"/>
        </a:p>
      </dgm:t>
    </dgm:pt>
    <dgm:pt modelId="{38E51872-97B3-4EAA-9959-E99E20602D60}" type="parTrans" cxnId="{9BFD61BA-FADB-491A-91E5-79689C62D630}">
      <dgm:prSet/>
      <dgm:spPr/>
    </dgm:pt>
    <dgm:pt modelId="{866B2395-6C55-4F3C-8B01-321C071CB5F4}" type="sibTrans" cxnId="{9BFD61BA-FADB-491A-91E5-79689C62D630}">
      <dgm:prSet/>
      <dgm:spPr/>
      <dgm:t>
        <a:bodyPr/>
        <a:lstStyle/>
        <a:p>
          <a:endParaRPr lang="en-GB"/>
        </a:p>
      </dgm:t>
    </dgm:pt>
    <dgm:pt modelId="{2760A706-9BFE-4643-B4E9-66A10CF3848D}">
      <dgm:prSet phldrT="[Teksti]" phldr="0"/>
      <dgm:spPr/>
      <dgm:t>
        <a:bodyPr/>
        <a:lstStyle/>
        <a:p>
          <a:pPr rtl="0"/>
          <a:r>
            <a:rPr lang="fi-FI">
              <a:latin typeface="Bierstadt"/>
            </a:rPr>
            <a:t> Data </a:t>
          </a:r>
          <a:r>
            <a:rPr lang="fi-FI" err="1">
              <a:latin typeface="Bierstadt"/>
            </a:rPr>
            <a:t>analysis</a:t>
          </a:r>
          <a:endParaRPr lang="fi-FI">
            <a:latin typeface="Bierstadt"/>
          </a:endParaRPr>
        </a:p>
      </dgm:t>
    </dgm:pt>
    <dgm:pt modelId="{2B39FCC0-7A7A-4F63-A83F-EEA8B43BB940}" type="parTrans" cxnId="{C72E9E21-FAEF-4739-9DE4-65FB98F88004}">
      <dgm:prSet/>
      <dgm:spPr/>
    </dgm:pt>
    <dgm:pt modelId="{C7E8177B-F83A-4B4D-BC69-B43459A2FF95}" type="sibTrans" cxnId="{C72E9E21-FAEF-4739-9DE4-65FB98F88004}">
      <dgm:prSet/>
      <dgm:spPr/>
      <dgm:t>
        <a:bodyPr/>
        <a:lstStyle/>
        <a:p>
          <a:endParaRPr lang="en-GB"/>
        </a:p>
      </dgm:t>
    </dgm:pt>
    <dgm:pt modelId="{6FC9D3C1-DB42-4950-BAED-221C930BA217}">
      <dgm:prSet phldrT="[Teksti]" phldr="0"/>
      <dgm:spPr/>
      <dgm:t>
        <a:bodyPr/>
        <a:lstStyle/>
        <a:p>
          <a:pPr rtl="0"/>
          <a:r>
            <a:rPr lang="fi-FI">
              <a:latin typeface="Bierstadt"/>
            </a:rPr>
            <a:t>Business impact</a:t>
          </a:r>
          <a:endParaRPr lang="fi-FI"/>
        </a:p>
      </dgm:t>
    </dgm:pt>
    <dgm:pt modelId="{19B0E6AE-636B-49D9-92DF-0656ED0BDD56}" type="parTrans" cxnId="{58B23199-EADE-497A-BC2C-909798FBCF5A}">
      <dgm:prSet/>
      <dgm:spPr/>
    </dgm:pt>
    <dgm:pt modelId="{976ADFF7-808C-4F3B-9816-F3F23CD6EB87}" type="sibTrans" cxnId="{58B23199-EADE-497A-BC2C-909798FBCF5A}">
      <dgm:prSet/>
      <dgm:spPr/>
    </dgm:pt>
    <dgm:pt modelId="{305E58A1-F9B9-477D-A39C-9992A25C04F8}">
      <dgm:prSet phldr="0"/>
      <dgm:spPr/>
      <dgm:t>
        <a:bodyPr/>
        <a:lstStyle/>
        <a:p>
          <a:pPr rtl="0"/>
          <a:r>
            <a:rPr lang="fi-FI">
              <a:latin typeface="Bierstadt"/>
            </a:rPr>
            <a:t>Machine learning</a:t>
          </a:r>
          <a:endParaRPr lang="fi-FI"/>
        </a:p>
      </dgm:t>
    </dgm:pt>
    <dgm:pt modelId="{85A546FA-F63D-4163-BEC8-B02963D214C7}" type="parTrans" cxnId="{D88C71C5-7E44-414A-946E-EE9867C6E363}">
      <dgm:prSet/>
      <dgm:spPr/>
    </dgm:pt>
    <dgm:pt modelId="{815C03A6-76C1-4CAE-B7F1-619B37DDE99F}" type="sibTrans" cxnId="{D88C71C5-7E44-414A-946E-EE9867C6E363}">
      <dgm:prSet/>
      <dgm:spPr/>
      <dgm:t>
        <a:bodyPr/>
        <a:lstStyle/>
        <a:p>
          <a:endParaRPr lang="en-GB"/>
        </a:p>
      </dgm:t>
    </dgm:pt>
    <dgm:pt modelId="{8634EDB0-1513-4224-BFD8-966ACB1F5372}">
      <dgm:prSet phldr="0"/>
      <dgm:spPr/>
      <dgm:t>
        <a:bodyPr/>
        <a:lstStyle/>
        <a:p>
          <a:r>
            <a:rPr lang="fi-FI" err="1">
              <a:latin typeface="Bierstadt"/>
            </a:rPr>
            <a:t>Insights</a:t>
          </a:r>
          <a:endParaRPr lang="fi-FI">
            <a:latin typeface="Bierstadt"/>
          </a:endParaRPr>
        </a:p>
      </dgm:t>
    </dgm:pt>
    <dgm:pt modelId="{E8E26999-CD42-4D0D-895E-136B793DEAF0}" type="parTrans" cxnId="{D32E5961-49A6-4C81-B93D-335BB43B70D6}">
      <dgm:prSet/>
      <dgm:spPr/>
    </dgm:pt>
    <dgm:pt modelId="{1E6C8E64-B592-4385-B2B9-20C6B4ACBE9B}" type="sibTrans" cxnId="{D32E5961-49A6-4C81-B93D-335BB43B70D6}">
      <dgm:prSet/>
      <dgm:spPr/>
      <dgm:t>
        <a:bodyPr/>
        <a:lstStyle/>
        <a:p>
          <a:endParaRPr lang="en-GB"/>
        </a:p>
      </dgm:t>
    </dgm:pt>
    <dgm:pt modelId="{695C8C4F-5F37-4CA2-9CB4-295B6FD41C93}" type="pres">
      <dgm:prSet presAssocID="{FC0AD559-7122-4804-92CD-99B78C5C3CA9}" presName="linearFlow" presStyleCnt="0">
        <dgm:presLayoutVars>
          <dgm:resizeHandles val="exact"/>
        </dgm:presLayoutVars>
      </dgm:prSet>
      <dgm:spPr/>
    </dgm:pt>
    <dgm:pt modelId="{6D7B3283-54D5-41AF-8969-049313EEC67E}" type="pres">
      <dgm:prSet presAssocID="{6E473C0D-4270-4ACE-9B1A-0CCF61B4F6D4}" presName="node" presStyleLbl="node1" presStyleIdx="0" presStyleCnt="5">
        <dgm:presLayoutVars>
          <dgm:bulletEnabled val="1"/>
        </dgm:presLayoutVars>
      </dgm:prSet>
      <dgm:spPr/>
    </dgm:pt>
    <dgm:pt modelId="{8CB3BFFD-AAFB-4E55-812F-023CA73FBE08}" type="pres">
      <dgm:prSet presAssocID="{866B2395-6C55-4F3C-8B01-321C071CB5F4}" presName="sibTrans" presStyleLbl="sibTrans2D1" presStyleIdx="0" presStyleCnt="4"/>
      <dgm:spPr/>
    </dgm:pt>
    <dgm:pt modelId="{97BB4FC9-3E46-4BF2-92C0-234F6E091815}" type="pres">
      <dgm:prSet presAssocID="{866B2395-6C55-4F3C-8B01-321C071CB5F4}" presName="connectorText" presStyleLbl="sibTrans2D1" presStyleIdx="0" presStyleCnt="4"/>
      <dgm:spPr/>
    </dgm:pt>
    <dgm:pt modelId="{729204E3-7F8E-4423-B7FB-B77366C3B52A}" type="pres">
      <dgm:prSet presAssocID="{2760A706-9BFE-4643-B4E9-66A10CF3848D}" presName="node" presStyleLbl="node1" presStyleIdx="1" presStyleCnt="5">
        <dgm:presLayoutVars>
          <dgm:bulletEnabled val="1"/>
        </dgm:presLayoutVars>
      </dgm:prSet>
      <dgm:spPr/>
    </dgm:pt>
    <dgm:pt modelId="{2E186B9C-7B48-43C4-9EAB-FAB2199436CD}" type="pres">
      <dgm:prSet presAssocID="{C7E8177B-F83A-4B4D-BC69-B43459A2FF95}" presName="sibTrans" presStyleLbl="sibTrans2D1" presStyleIdx="1" presStyleCnt="4"/>
      <dgm:spPr/>
    </dgm:pt>
    <dgm:pt modelId="{648310E4-A504-4DA8-9BDD-A31B6584A07D}" type="pres">
      <dgm:prSet presAssocID="{C7E8177B-F83A-4B4D-BC69-B43459A2FF95}" presName="connectorText" presStyleLbl="sibTrans2D1" presStyleIdx="1" presStyleCnt="4"/>
      <dgm:spPr/>
    </dgm:pt>
    <dgm:pt modelId="{792AD5E0-681D-40B6-A4DF-193B0099A95F}" type="pres">
      <dgm:prSet presAssocID="{305E58A1-F9B9-477D-A39C-9992A25C04F8}" presName="node" presStyleLbl="node1" presStyleIdx="2" presStyleCnt="5">
        <dgm:presLayoutVars>
          <dgm:bulletEnabled val="1"/>
        </dgm:presLayoutVars>
      </dgm:prSet>
      <dgm:spPr/>
    </dgm:pt>
    <dgm:pt modelId="{05F89655-C91A-4C92-8B8E-2F2D5B649BF9}" type="pres">
      <dgm:prSet presAssocID="{815C03A6-76C1-4CAE-B7F1-619B37DDE99F}" presName="sibTrans" presStyleLbl="sibTrans2D1" presStyleIdx="2" presStyleCnt="4"/>
      <dgm:spPr/>
    </dgm:pt>
    <dgm:pt modelId="{7C24B04E-4EA3-4E3D-84FB-2F88592228E7}" type="pres">
      <dgm:prSet presAssocID="{815C03A6-76C1-4CAE-B7F1-619B37DDE99F}" presName="connectorText" presStyleLbl="sibTrans2D1" presStyleIdx="2" presStyleCnt="4"/>
      <dgm:spPr/>
    </dgm:pt>
    <dgm:pt modelId="{CF3A5598-19A2-4B69-8272-9E921E76AFD3}" type="pres">
      <dgm:prSet presAssocID="{8634EDB0-1513-4224-BFD8-966ACB1F5372}" presName="node" presStyleLbl="node1" presStyleIdx="3" presStyleCnt="5">
        <dgm:presLayoutVars>
          <dgm:bulletEnabled val="1"/>
        </dgm:presLayoutVars>
      </dgm:prSet>
      <dgm:spPr/>
    </dgm:pt>
    <dgm:pt modelId="{2EE081E5-0D71-4D29-BDC8-29443F05FF7C}" type="pres">
      <dgm:prSet presAssocID="{1E6C8E64-B592-4385-B2B9-20C6B4ACBE9B}" presName="sibTrans" presStyleLbl="sibTrans2D1" presStyleIdx="3" presStyleCnt="4"/>
      <dgm:spPr/>
    </dgm:pt>
    <dgm:pt modelId="{3DBD5A2D-A9D3-4FCA-B870-8B3BBD1120A7}" type="pres">
      <dgm:prSet presAssocID="{1E6C8E64-B592-4385-B2B9-20C6B4ACBE9B}" presName="connectorText" presStyleLbl="sibTrans2D1" presStyleIdx="3" presStyleCnt="4"/>
      <dgm:spPr/>
    </dgm:pt>
    <dgm:pt modelId="{445EAB56-D6E2-402B-BDB5-EEF0C27F6585}" type="pres">
      <dgm:prSet presAssocID="{6FC9D3C1-DB42-4950-BAED-221C930BA217}" presName="node" presStyleLbl="node1" presStyleIdx="4" presStyleCnt="5">
        <dgm:presLayoutVars>
          <dgm:bulletEnabled val="1"/>
        </dgm:presLayoutVars>
      </dgm:prSet>
      <dgm:spPr/>
    </dgm:pt>
  </dgm:ptLst>
  <dgm:cxnLst>
    <dgm:cxn modelId="{BE1ADA01-2606-49FD-9F03-3010BB973C44}" type="presOf" srcId="{C7E8177B-F83A-4B4D-BC69-B43459A2FF95}" destId="{648310E4-A504-4DA8-9BDD-A31B6584A07D}" srcOrd="1" destOrd="0" presId="urn:microsoft.com/office/officeart/2005/8/layout/process2"/>
    <dgm:cxn modelId="{B2DCF303-C1BF-47D3-8DA8-BA7FF214DE47}" type="presOf" srcId="{1E6C8E64-B592-4385-B2B9-20C6B4ACBE9B}" destId="{3DBD5A2D-A9D3-4FCA-B870-8B3BBD1120A7}" srcOrd="1" destOrd="0" presId="urn:microsoft.com/office/officeart/2005/8/layout/process2"/>
    <dgm:cxn modelId="{CC1B8D09-FCE0-434E-ABB9-B4246CE9F1B4}" type="presOf" srcId="{815C03A6-76C1-4CAE-B7F1-619B37DDE99F}" destId="{05F89655-C91A-4C92-8B8E-2F2D5B649BF9}" srcOrd="0" destOrd="0" presId="urn:microsoft.com/office/officeart/2005/8/layout/process2"/>
    <dgm:cxn modelId="{C72E9E21-FAEF-4739-9DE4-65FB98F88004}" srcId="{FC0AD559-7122-4804-92CD-99B78C5C3CA9}" destId="{2760A706-9BFE-4643-B4E9-66A10CF3848D}" srcOrd="1" destOrd="0" parTransId="{2B39FCC0-7A7A-4F63-A83F-EEA8B43BB940}" sibTransId="{C7E8177B-F83A-4B4D-BC69-B43459A2FF95}"/>
    <dgm:cxn modelId="{B5235D25-52DC-407A-AA81-63EF1D206818}" type="presOf" srcId="{6FC9D3C1-DB42-4950-BAED-221C930BA217}" destId="{445EAB56-D6E2-402B-BDB5-EEF0C27F6585}" srcOrd="0" destOrd="0" presId="urn:microsoft.com/office/officeart/2005/8/layout/process2"/>
    <dgm:cxn modelId="{6BDBBE37-ABEF-4406-BEFF-FC0B262C0CE8}" type="presOf" srcId="{866B2395-6C55-4F3C-8B01-321C071CB5F4}" destId="{97BB4FC9-3E46-4BF2-92C0-234F6E091815}" srcOrd="1" destOrd="0" presId="urn:microsoft.com/office/officeart/2005/8/layout/process2"/>
    <dgm:cxn modelId="{477AF85B-AE54-4373-8991-ACDFACC40B94}" type="presOf" srcId="{866B2395-6C55-4F3C-8B01-321C071CB5F4}" destId="{8CB3BFFD-AAFB-4E55-812F-023CA73FBE08}" srcOrd="0" destOrd="0" presId="urn:microsoft.com/office/officeart/2005/8/layout/process2"/>
    <dgm:cxn modelId="{FA4FDB5C-A279-4763-B407-8D64A94EFFDE}" type="presOf" srcId="{8634EDB0-1513-4224-BFD8-966ACB1F5372}" destId="{CF3A5598-19A2-4B69-8272-9E921E76AFD3}" srcOrd="0" destOrd="0" presId="urn:microsoft.com/office/officeart/2005/8/layout/process2"/>
    <dgm:cxn modelId="{D008125F-5539-40C0-AA0D-5EE38FDE3CD7}" type="presOf" srcId="{1E6C8E64-B592-4385-B2B9-20C6B4ACBE9B}" destId="{2EE081E5-0D71-4D29-BDC8-29443F05FF7C}" srcOrd="0" destOrd="0" presId="urn:microsoft.com/office/officeart/2005/8/layout/process2"/>
    <dgm:cxn modelId="{D32E5961-49A6-4C81-B93D-335BB43B70D6}" srcId="{FC0AD559-7122-4804-92CD-99B78C5C3CA9}" destId="{8634EDB0-1513-4224-BFD8-966ACB1F5372}" srcOrd="3" destOrd="0" parTransId="{E8E26999-CD42-4D0D-895E-136B793DEAF0}" sibTransId="{1E6C8E64-B592-4385-B2B9-20C6B4ACBE9B}"/>
    <dgm:cxn modelId="{38CD388E-E20F-463E-8E18-23722F881321}" type="presOf" srcId="{C7E8177B-F83A-4B4D-BC69-B43459A2FF95}" destId="{2E186B9C-7B48-43C4-9EAB-FAB2199436CD}" srcOrd="0" destOrd="0" presId="urn:microsoft.com/office/officeart/2005/8/layout/process2"/>
    <dgm:cxn modelId="{BA65D390-4F4B-491A-BF4B-8A85E472C6FF}" type="presOf" srcId="{815C03A6-76C1-4CAE-B7F1-619B37DDE99F}" destId="{7C24B04E-4EA3-4E3D-84FB-2F88592228E7}" srcOrd="1" destOrd="0" presId="urn:microsoft.com/office/officeart/2005/8/layout/process2"/>
    <dgm:cxn modelId="{58B23199-EADE-497A-BC2C-909798FBCF5A}" srcId="{FC0AD559-7122-4804-92CD-99B78C5C3CA9}" destId="{6FC9D3C1-DB42-4950-BAED-221C930BA217}" srcOrd="4" destOrd="0" parTransId="{19B0E6AE-636B-49D9-92DF-0656ED0BDD56}" sibTransId="{976ADFF7-808C-4F3B-9816-F3F23CD6EB87}"/>
    <dgm:cxn modelId="{9BFD61BA-FADB-491A-91E5-79689C62D630}" srcId="{FC0AD559-7122-4804-92CD-99B78C5C3CA9}" destId="{6E473C0D-4270-4ACE-9B1A-0CCF61B4F6D4}" srcOrd="0" destOrd="0" parTransId="{38E51872-97B3-4EAA-9959-E99E20602D60}" sibTransId="{866B2395-6C55-4F3C-8B01-321C071CB5F4}"/>
    <dgm:cxn modelId="{E957F6C4-1E65-4082-BD8A-13892FD7B7C3}" type="presOf" srcId="{305E58A1-F9B9-477D-A39C-9992A25C04F8}" destId="{792AD5E0-681D-40B6-A4DF-193B0099A95F}" srcOrd="0" destOrd="0" presId="urn:microsoft.com/office/officeart/2005/8/layout/process2"/>
    <dgm:cxn modelId="{D88C71C5-7E44-414A-946E-EE9867C6E363}" srcId="{FC0AD559-7122-4804-92CD-99B78C5C3CA9}" destId="{305E58A1-F9B9-477D-A39C-9992A25C04F8}" srcOrd="2" destOrd="0" parTransId="{85A546FA-F63D-4163-BEC8-B02963D214C7}" sibTransId="{815C03A6-76C1-4CAE-B7F1-619B37DDE99F}"/>
    <dgm:cxn modelId="{155E25D4-7B2C-4857-BE29-B796D989B208}" type="presOf" srcId="{6E473C0D-4270-4ACE-9B1A-0CCF61B4F6D4}" destId="{6D7B3283-54D5-41AF-8969-049313EEC67E}" srcOrd="0" destOrd="0" presId="urn:microsoft.com/office/officeart/2005/8/layout/process2"/>
    <dgm:cxn modelId="{24D2D8D4-12A4-47EC-BFE3-39236DF7D628}" type="presOf" srcId="{FC0AD559-7122-4804-92CD-99B78C5C3CA9}" destId="{695C8C4F-5F37-4CA2-9CB4-295B6FD41C93}" srcOrd="0" destOrd="0" presId="urn:microsoft.com/office/officeart/2005/8/layout/process2"/>
    <dgm:cxn modelId="{1D2124EA-2B9B-4A60-A78D-AFA807F072BA}" type="presOf" srcId="{2760A706-9BFE-4643-B4E9-66A10CF3848D}" destId="{729204E3-7F8E-4423-B7FB-B77366C3B52A}" srcOrd="0" destOrd="0" presId="urn:microsoft.com/office/officeart/2005/8/layout/process2"/>
    <dgm:cxn modelId="{7576DF22-D135-4EB8-B233-8135EBBBC197}" type="presParOf" srcId="{695C8C4F-5F37-4CA2-9CB4-295B6FD41C93}" destId="{6D7B3283-54D5-41AF-8969-049313EEC67E}" srcOrd="0" destOrd="0" presId="urn:microsoft.com/office/officeart/2005/8/layout/process2"/>
    <dgm:cxn modelId="{74F3C680-DAE0-4AD4-BBFD-8CF32D9190D7}" type="presParOf" srcId="{695C8C4F-5F37-4CA2-9CB4-295B6FD41C93}" destId="{8CB3BFFD-AAFB-4E55-812F-023CA73FBE08}" srcOrd="1" destOrd="0" presId="urn:microsoft.com/office/officeart/2005/8/layout/process2"/>
    <dgm:cxn modelId="{25CDEFD5-69DB-4BA4-BC2B-B10846FE782D}" type="presParOf" srcId="{8CB3BFFD-AAFB-4E55-812F-023CA73FBE08}" destId="{97BB4FC9-3E46-4BF2-92C0-234F6E091815}" srcOrd="0" destOrd="0" presId="urn:microsoft.com/office/officeart/2005/8/layout/process2"/>
    <dgm:cxn modelId="{03342296-D008-4956-B8E9-22772856CCAD}" type="presParOf" srcId="{695C8C4F-5F37-4CA2-9CB4-295B6FD41C93}" destId="{729204E3-7F8E-4423-B7FB-B77366C3B52A}" srcOrd="2" destOrd="0" presId="urn:microsoft.com/office/officeart/2005/8/layout/process2"/>
    <dgm:cxn modelId="{462D4B26-AB31-438A-AAAD-3A8F70D7AFC9}" type="presParOf" srcId="{695C8C4F-5F37-4CA2-9CB4-295B6FD41C93}" destId="{2E186B9C-7B48-43C4-9EAB-FAB2199436CD}" srcOrd="3" destOrd="0" presId="urn:microsoft.com/office/officeart/2005/8/layout/process2"/>
    <dgm:cxn modelId="{AD35B88C-A45D-43D8-88C8-03823EBB021C}" type="presParOf" srcId="{2E186B9C-7B48-43C4-9EAB-FAB2199436CD}" destId="{648310E4-A504-4DA8-9BDD-A31B6584A07D}" srcOrd="0" destOrd="0" presId="urn:microsoft.com/office/officeart/2005/8/layout/process2"/>
    <dgm:cxn modelId="{BD710365-9DD6-4B0F-9A10-F14AE0D1893D}" type="presParOf" srcId="{695C8C4F-5F37-4CA2-9CB4-295B6FD41C93}" destId="{792AD5E0-681D-40B6-A4DF-193B0099A95F}" srcOrd="4" destOrd="0" presId="urn:microsoft.com/office/officeart/2005/8/layout/process2"/>
    <dgm:cxn modelId="{51FD707E-A2DC-44F9-A78B-61FC5846EFE1}" type="presParOf" srcId="{695C8C4F-5F37-4CA2-9CB4-295B6FD41C93}" destId="{05F89655-C91A-4C92-8B8E-2F2D5B649BF9}" srcOrd="5" destOrd="0" presId="urn:microsoft.com/office/officeart/2005/8/layout/process2"/>
    <dgm:cxn modelId="{4607EB46-6DA0-46F3-8482-6DE3E94C15A0}" type="presParOf" srcId="{05F89655-C91A-4C92-8B8E-2F2D5B649BF9}" destId="{7C24B04E-4EA3-4E3D-84FB-2F88592228E7}" srcOrd="0" destOrd="0" presId="urn:microsoft.com/office/officeart/2005/8/layout/process2"/>
    <dgm:cxn modelId="{A6C9D18D-24F5-46D0-A46E-02A229AC2962}" type="presParOf" srcId="{695C8C4F-5F37-4CA2-9CB4-295B6FD41C93}" destId="{CF3A5598-19A2-4B69-8272-9E921E76AFD3}" srcOrd="6" destOrd="0" presId="urn:microsoft.com/office/officeart/2005/8/layout/process2"/>
    <dgm:cxn modelId="{2B56E233-5CCB-41B2-9DBC-27DEB21A9BFE}" type="presParOf" srcId="{695C8C4F-5F37-4CA2-9CB4-295B6FD41C93}" destId="{2EE081E5-0D71-4D29-BDC8-29443F05FF7C}" srcOrd="7" destOrd="0" presId="urn:microsoft.com/office/officeart/2005/8/layout/process2"/>
    <dgm:cxn modelId="{BDF29A55-C486-4B07-9242-E99143A07547}" type="presParOf" srcId="{2EE081E5-0D71-4D29-BDC8-29443F05FF7C}" destId="{3DBD5A2D-A9D3-4FCA-B870-8B3BBD1120A7}" srcOrd="0" destOrd="0" presId="urn:microsoft.com/office/officeart/2005/8/layout/process2"/>
    <dgm:cxn modelId="{11CC1D42-C1C0-499E-BFEA-4DE0250220B9}" type="presParOf" srcId="{695C8C4F-5F37-4CA2-9CB4-295B6FD41C93}" destId="{445EAB56-D6E2-402B-BDB5-EEF0C27F6585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22527E-5FA8-470A-8D3C-2FF5B7BA5682}" type="doc">
      <dgm:prSet loTypeId="urn:microsoft.com/office/officeart/2005/8/layout/process2" loCatId="process" qsTypeId="urn:microsoft.com/office/officeart/2005/8/quickstyle/simple1" qsCatId="simple" csTypeId="urn:microsoft.com/office/officeart/2005/8/colors/accent0_3" csCatId="mainScheme" phldr="1"/>
      <dgm:spPr/>
    </dgm:pt>
    <dgm:pt modelId="{1984AD78-AEFF-468A-A1BB-49B0500C7EDA}">
      <dgm:prSet phldrT="[Text]" phldr="0"/>
      <dgm:spPr/>
      <dgm:t>
        <a:bodyPr/>
        <a:lstStyle/>
        <a:p>
          <a:pPr rtl="0"/>
          <a:r>
            <a:rPr lang="en-GB">
              <a:latin typeface="Bierstadt"/>
            </a:rPr>
            <a:t>Select data</a:t>
          </a:r>
          <a:endParaRPr lang="en-GB"/>
        </a:p>
      </dgm:t>
    </dgm:pt>
    <dgm:pt modelId="{9CA997C3-C741-409C-806E-BA1C8C0A066E}" type="parTrans" cxnId="{5C7081FB-D9EF-4172-8101-D70833B57CBB}">
      <dgm:prSet/>
      <dgm:spPr/>
      <dgm:t>
        <a:bodyPr/>
        <a:lstStyle/>
        <a:p>
          <a:endParaRPr lang="en-US"/>
        </a:p>
      </dgm:t>
    </dgm:pt>
    <dgm:pt modelId="{DB404A4E-EC1D-4FDA-8DB4-BD8AC3427039}" type="sibTrans" cxnId="{5C7081FB-D9EF-4172-8101-D70833B57CBB}">
      <dgm:prSet/>
      <dgm:spPr/>
      <dgm:t>
        <a:bodyPr/>
        <a:lstStyle/>
        <a:p>
          <a:endParaRPr lang="en-GB"/>
        </a:p>
      </dgm:t>
    </dgm:pt>
    <dgm:pt modelId="{0C61FCD9-F8E1-4B67-816D-70FEC889C312}">
      <dgm:prSet phldrT="[Text]" phldr="0"/>
      <dgm:spPr/>
      <dgm:t>
        <a:bodyPr/>
        <a:lstStyle/>
        <a:p>
          <a:pPr rtl="0"/>
          <a:r>
            <a:rPr lang="en-GB">
              <a:latin typeface="Bierstadt"/>
            </a:rPr>
            <a:t>Clean data</a:t>
          </a:r>
          <a:endParaRPr lang="en-GB"/>
        </a:p>
      </dgm:t>
    </dgm:pt>
    <dgm:pt modelId="{A604BD31-FF61-434C-9D43-79A2FD55FE16}" type="parTrans" cxnId="{C3E8A50B-A96D-4004-8151-B1C972F73F1F}">
      <dgm:prSet/>
      <dgm:spPr/>
      <dgm:t>
        <a:bodyPr/>
        <a:lstStyle/>
        <a:p>
          <a:endParaRPr lang="en-US"/>
        </a:p>
      </dgm:t>
    </dgm:pt>
    <dgm:pt modelId="{1862C76F-8FD3-400E-96BF-D18195AA6429}" type="sibTrans" cxnId="{C3E8A50B-A96D-4004-8151-B1C972F73F1F}">
      <dgm:prSet/>
      <dgm:spPr/>
      <dgm:t>
        <a:bodyPr/>
        <a:lstStyle/>
        <a:p>
          <a:endParaRPr lang="en-GB"/>
        </a:p>
      </dgm:t>
    </dgm:pt>
    <dgm:pt modelId="{21B6833B-6560-4924-95A4-2F6E50B694F4}">
      <dgm:prSet phldrT="[Text]" phldr="0"/>
      <dgm:spPr/>
      <dgm:t>
        <a:bodyPr/>
        <a:lstStyle/>
        <a:p>
          <a:pPr rtl="0"/>
          <a:r>
            <a:rPr lang="en-GB">
              <a:latin typeface="Bierstadt"/>
            </a:rPr>
            <a:t>Construct data</a:t>
          </a:r>
          <a:endParaRPr lang="en-GB"/>
        </a:p>
      </dgm:t>
    </dgm:pt>
    <dgm:pt modelId="{85C1B980-AE88-4A9C-AD14-BBEF91170BF7}" type="parTrans" cxnId="{4F7308BF-B2BC-42AC-84DF-85F452B8FB79}">
      <dgm:prSet/>
      <dgm:spPr/>
      <dgm:t>
        <a:bodyPr/>
        <a:lstStyle/>
        <a:p>
          <a:endParaRPr lang="en-US"/>
        </a:p>
      </dgm:t>
    </dgm:pt>
    <dgm:pt modelId="{D09EA127-5990-40B1-B547-571621A431F2}" type="sibTrans" cxnId="{4F7308BF-B2BC-42AC-84DF-85F452B8FB79}">
      <dgm:prSet/>
      <dgm:spPr/>
      <dgm:t>
        <a:bodyPr/>
        <a:lstStyle/>
        <a:p>
          <a:endParaRPr lang="en-GB"/>
        </a:p>
      </dgm:t>
    </dgm:pt>
    <dgm:pt modelId="{EC423A71-78EE-4A04-9E5F-5612E2FA2896}">
      <dgm:prSet phldr="0"/>
      <dgm:spPr/>
      <dgm:t>
        <a:bodyPr/>
        <a:lstStyle/>
        <a:p>
          <a:pPr rtl="0"/>
          <a:r>
            <a:rPr lang="en-GB">
              <a:latin typeface="Bierstadt"/>
            </a:rPr>
            <a:t>Integrate data</a:t>
          </a:r>
        </a:p>
      </dgm:t>
    </dgm:pt>
    <dgm:pt modelId="{25CDA9B6-D268-44EF-BECB-9BDDF3527C87}" type="parTrans" cxnId="{BDA74FC2-5EF9-4DB7-B995-02E0BB36CA61}">
      <dgm:prSet/>
      <dgm:spPr/>
      <dgm:t>
        <a:bodyPr/>
        <a:lstStyle/>
        <a:p>
          <a:endParaRPr lang="en-US"/>
        </a:p>
      </dgm:t>
    </dgm:pt>
    <dgm:pt modelId="{4800392C-D943-42D5-9900-6219B546334A}" type="sibTrans" cxnId="{BDA74FC2-5EF9-4DB7-B995-02E0BB36CA61}">
      <dgm:prSet/>
      <dgm:spPr/>
      <dgm:t>
        <a:bodyPr/>
        <a:lstStyle/>
        <a:p>
          <a:endParaRPr lang="en-GB"/>
        </a:p>
      </dgm:t>
    </dgm:pt>
    <dgm:pt modelId="{50F43A29-D253-4C77-AB1A-EFABF0E78795}">
      <dgm:prSet phldr="0"/>
      <dgm:spPr/>
      <dgm:t>
        <a:bodyPr/>
        <a:lstStyle/>
        <a:p>
          <a:pPr rtl="0"/>
          <a:r>
            <a:rPr lang="en-GB">
              <a:latin typeface="Bierstadt"/>
            </a:rPr>
            <a:t>Format data</a:t>
          </a:r>
        </a:p>
      </dgm:t>
    </dgm:pt>
    <dgm:pt modelId="{38992DF0-0F1F-4553-A1F4-6B13A51D3FB0}" type="parTrans" cxnId="{9B9C70ED-895B-4741-A2F9-4FC7AD953F0B}">
      <dgm:prSet/>
      <dgm:spPr/>
      <dgm:t>
        <a:bodyPr/>
        <a:lstStyle/>
        <a:p>
          <a:endParaRPr lang="en-US"/>
        </a:p>
      </dgm:t>
    </dgm:pt>
    <dgm:pt modelId="{B3DDAC9D-3933-4775-AE21-FBF015636C1E}" type="sibTrans" cxnId="{9B9C70ED-895B-4741-A2F9-4FC7AD953F0B}">
      <dgm:prSet/>
      <dgm:spPr/>
      <dgm:t>
        <a:bodyPr/>
        <a:lstStyle/>
        <a:p>
          <a:endParaRPr lang="en-GB"/>
        </a:p>
      </dgm:t>
    </dgm:pt>
    <dgm:pt modelId="{8C840F96-5C00-4428-987C-D2FE1A690CB7}" type="pres">
      <dgm:prSet presAssocID="{B022527E-5FA8-470A-8D3C-2FF5B7BA5682}" presName="linearFlow" presStyleCnt="0">
        <dgm:presLayoutVars>
          <dgm:resizeHandles val="exact"/>
        </dgm:presLayoutVars>
      </dgm:prSet>
      <dgm:spPr/>
    </dgm:pt>
    <dgm:pt modelId="{854E4E50-7530-4D1F-9FE1-6C93E2CC15BB}" type="pres">
      <dgm:prSet presAssocID="{1984AD78-AEFF-468A-A1BB-49B0500C7EDA}" presName="node" presStyleLbl="node1" presStyleIdx="0" presStyleCnt="5">
        <dgm:presLayoutVars>
          <dgm:bulletEnabled val="1"/>
        </dgm:presLayoutVars>
      </dgm:prSet>
      <dgm:spPr/>
    </dgm:pt>
    <dgm:pt modelId="{EC4FB9A2-EFC1-4697-B773-23D570E8433D}" type="pres">
      <dgm:prSet presAssocID="{DB404A4E-EC1D-4FDA-8DB4-BD8AC3427039}" presName="sibTrans" presStyleLbl="sibTrans2D1" presStyleIdx="0" presStyleCnt="4"/>
      <dgm:spPr/>
    </dgm:pt>
    <dgm:pt modelId="{CDF92D63-4EDA-43FD-B826-71F25A1025B5}" type="pres">
      <dgm:prSet presAssocID="{DB404A4E-EC1D-4FDA-8DB4-BD8AC3427039}" presName="connectorText" presStyleLbl="sibTrans2D1" presStyleIdx="0" presStyleCnt="4"/>
      <dgm:spPr/>
    </dgm:pt>
    <dgm:pt modelId="{AABFBEB2-D888-47C1-A6EC-DEFEB2A30B23}" type="pres">
      <dgm:prSet presAssocID="{0C61FCD9-F8E1-4B67-816D-70FEC889C312}" presName="node" presStyleLbl="node1" presStyleIdx="1" presStyleCnt="5">
        <dgm:presLayoutVars>
          <dgm:bulletEnabled val="1"/>
        </dgm:presLayoutVars>
      </dgm:prSet>
      <dgm:spPr/>
    </dgm:pt>
    <dgm:pt modelId="{8CA6E3B2-77AE-4B23-80A4-DF4B6FA836DB}" type="pres">
      <dgm:prSet presAssocID="{1862C76F-8FD3-400E-96BF-D18195AA6429}" presName="sibTrans" presStyleLbl="sibTrans2D1" presStyleIdx="1" presStyleCnt="4"/>
      <dgm:spPr/>
    </dgm:pt>
    <dgm:pt modelId="{56764946-7C6A-4679-90F9-19353E586240}" type="pres">
      <dgm:prSet presAssocID="{1862C76F-8FD3-400E-96BF-D18195AA6429}" presName="connectorText" presStyleLbl="sibTrans2D1" presStyleIdx="1" presStyleCnt="4"/>
      <dgm:spPr/>
    </dgm:pt>
    <dgm:pt modelId="{A587C3E2-702D-4BC2-8078-BFB6205C6EB6}" type="pres">
      <dgm:prSet presAssocID="{21B6833B-6560-4924-95A4-2F6E50B694F4}" presName="node" presStyleLbl="node1" presStyleIdx="2" presStyleCnt="5">
        <dgm:presLayoutVars>
          <dgm:bulletEnabled val="1"/>
        </dgm:presLayoutVars>
      </dgm:prSet>
      <dgm:spPr/>
    </dgm:pt>
    <dgm:pt modelId="{3E0DFAAD-60CB-45F9-8C50-B721A692B93A}" type="pres">
      <dgm:prSet presAssocID="{D09EA127-5990-40B1-B547-571621A431F2}" presName="sibTrans" presStyleLbl="sibTrans2D1" presStyleIdx="2" presStyleCnt="4"/>
      <dgm:spPr/>
    </dgm:pt>
    <dgm:pt modelId="{D272C1DA-4401-4A5E-AB89-C4A9CABFA152}" type="pres">
      <dgm:prSet presAssocID="{D09EA127-5990-40B1-B547-571621A431F2}" presName="connectorText" presStyleLbl="sibTrans2D1" presStyleIdx="2" presStyleCnt="4"/>
      <dgm:spPr/>
    </dgm:pt>
    <dgm:pt modelId="{8DA2BDF5-BD0B-4A17-8FE2-DF07746DA95B}" type="pres">
      <dgm:prSet presAssocID="{EC423A71-78EE-4A04-9E5F-5612E2FA2896}" presName="node" presStyleLbl="node1" presStyleIdx="3" presStyleCnt="5">
        <dgm:presLayoutVars>
          <dgm:bulletEnabled val="1"/>
        </dgm:presLayoutVars>
      </dgm:prSet>
      <dgm:spPr/>
    </dgm:pt>
    <dgm:pt modelId="{F7DAB948-A9BF-4897-806B-C504785FDD1E}" type="pres">
      <dgm:prSet presAssocID="{4800392C-D943-42D5-9900-6219B546334A}" presName="sibTrans" presStyleLbl="sibTrans2D1" presStyleIdx="3" presStyleCnt="4"/>
      <dgm:spPr/>
    </dgm:pt>
    <dgm:pt modelId="{A3ADB4F2-56D6-488A-9C07-5B83538C692F}" type="pres">
      <dgm:prSet presAssocID="{4800392C-D943-42D5-9900-6219B546334A}" presName="connectorText" presStyleLbl="sibTrans2D1" presStyleIdx="3" presStyleCnt="4"/>
      <dgm:spPr/>
    </dgm:pt>
    <dgm:pt modelId="{4E67BA51-A3C6-4A37-AA70-60F3C81392F1}" type="pres">
      <dgm:prSet presAssocID="{50F43A29-D253-4C77-AB1A-EFABF0E78795}" presName="node" presStyleLbl="node1" presStyleIdx="4" presStyleCnt="5">
        <dgm:presLayoutVars>
          <dgm:bulletEnabled val="1"/>
        </dgm:presLayoutVars>
      </dgm:prSet>
      <dgm:spPr/>
    </dgm:pt>
  </dgm:ptLst>
  <dgm:cxnLst>
    <dgm:cxn modelId="{C3E8A50B-A96D-4004-8151-B1C972F73F1F}" srcId="{B022527E-5FA8-470A-8D3C-2FF5B7BA5682}" destId="{0C61FCD9-F8E1-4B67-816D-70FEC889C312}" srcOrd="1" destOrd="0" parTransId="{A604BD31-FF61-434C-9D43-79A2FD55FE16}" sibTransId="{1862C76F-8FD3-400E-96BF-D18195AA6429}"/>
    <dgm:cxn modelId="{327DF424-5259-4163-8FCA-DF9BE7FC7423}" type="presOf" srcId="{4800392C-D943-42D5-9900-6219B546334A}" destId="{A3ADB4F2-56D6-488A-9C07-5B83538C692F}" srcOrd="1" destOrd="0" presId="urn:microsoft.com/office/officeart/2005/8/layout/process2"/>
    <dgm:cxn modelId="{5314F72B-28B6-4244-B07A-999E3BE0858C}" type="presOf" srcId="{D09EA127-5990-40B1-B547-571621A431F2}" destId="{3E0DFAAD-60CB-45F9-8C50-B721A692B93A}" srcOrd="0" destOrd="0" presId="urn:microsoft.com/office/officeart/2005/8/layout/process2"/>
    <dgm:cxn modelId="{B832DE60-1EDF-453C-8897-3591F61926F7}" type="presOf" srcId="{D09EA127-5990-40B1-B547-571621A431F2}" destId="{D272C1DA-4401-4A5E-AB89-C4A9CABFA152}" srcOrd="1" destOrd="0" presId="urn:microsoft.com/office/officeart/2005/8/layout/process2"/>
    <dgm:cxn modelId="{22E28164-757B-440C-B01A-8AC111DBE855}" type="presOf" srcId="{EC423A71-78EE-4A04-9E5F-5612E2FA2896}" destId="{8DA2BDF5-BD0B-4A17-8FE2-DF07746DA95B}" srcOrd="0" destOrd="0" presId="urn:microsoft.com/office/officeart/2005/8/layout/process2"/>
    <dgm:cxn modelId="{420DCA45-04BA-422B-8623-8B5B89490ACC}" type="presOf" srcId="{4800392C-D943-42D5-9900-6219B546334A}" destId="{F7DAB948-A9BF-4897-806B-C504785FDD1E}" srcOrd="0" destOrd="0" presId="urn:microsoft.com/office/officeart/2005/8/layout/process2"/>
    <dgm:cxn modelId="{D009DF66-204C-4074-803A-FCF918F32072}" type="presOf" srcId="{21B6833B-6560-4924-95A4-2F6E50B694F4}" destId="{A587C3E2-702D-4BC2-8078-BFB6205C6EB6}" srcOrd="0" destOrd="0" presId="urn:microsoft.com/office/officeart/2005/8/layout/process2"/>
    <dgm:cxn modelId="{3898B249-78AF-4FF5-9019-953C9B3AAB8F}" type="presOf" srcId="{DB404A4E-EC1D-4FDA-8DB4-BD8AC3427039}" destId="{EC4FB9A2-EFC1-4697-B773-23D570E8433D}" srcOrd="0" destOrd="0" presId="urn:microsoft.com/office/officeart/2005/8/layout/process2"/>
    <dgm:cxn modelId="{1287DF53-121D-4B67-9880-B2662198FA22}" type="presOf" srcId="{50F43A29-D253-4C77-AB1A-EFABF0E78795}" destId="{4E67BA51-A3C6-4A37-AA70-60F3C81392F1}" srcOrd="0" destOrd="0" presId="urn:microsoft.com/office/officeart/2005/8/layout/process2"/>
    <dgm:cxn modelId="{B98BE655-6675-4F9E-A5F5-C11389AAF76C}" type="presOf" srcId="{1862C76F-8FD3-400E-96BF-D18195AA6429}" destId="{8CA6E3B2-77AE-4B23-80A4-DF4B6FA836DB}" srcOrd="0" destOrd="0" presId="urn:microsoft.com/office/officeart/2005/8/layout/process2"/>
    <dgm:cxn modelId="{156588AC-20F9-427E-98E4-1876A2EF7C6C}" type="presOf" srcId="{1984AD78-AEFF-468A-A1BB-49B0500C7EDA}" destId="{854E4E50-7530-4D1F-9FE1-6C93E2CC15BB}" srcOrd="0" destOrd="0" presId="urn:microsoft.com/office/officeart/2005/8/layout/process2"/>
    <dgm:cxn modelId="{1B5AE7AF-137D-4A48-8E5F-BFE72F75595A}" type="presOf" srcId="{B022527E-5FA8-470A-8D3C-2FF5B7BA5682}" destId="{8C840F96-5C00-4428-987C-D2FE1A690CB7}" srcOrd="0" destOrd="0" presId="urn:microsoft.com/office/officeart/2005/8/layout/process2"/>
    <dgm:cxn modelId="{0EE44EB0-C9E6-458A-8A52-FEFE46504EDB}" type="presOf" srcId="{0C61FCD9-F8E1-4B67-816D-70FEC889C312}" destId="{AABFBEB2-D888-47C1-A6EC-DEFEB2A30B23}" srcOrd="0" destOrd="0" presId="urn:microsoft.com/office/officeart/2005/8/layout/process2"/>
    <dgm:cxn modelId="{C127CCB1-9698-4208-8410-B050B518438F}" type="presOf" srcId="{1862C76F-8FD3-400E-96BF-D18195AA6429}" destId="{56764946-7C6A-4679-90F9-19353E586240}" srcOrd="1" destOrd="0" presId="urn:microsoft.com/office/officeart/2005/8/layout/process2"/>
    <dgm:cxn modelId="{4F7308BF-B2BC-42AC-84DF-85F452B8FB79}" srcId="{B022527E-5FA8-470A-8D3C-2FF5B7BA5682}" destId="{21B6833B-6560-4924-95A4-2F6E50B694F4}" srcOrd="2" destOrd="0" parTransId="{85C1B980-AE88-4A9C-AD14-BBEF91170BF7}" sibTransId="{D09EA127-5990-40B1-B547-571621A431F2}"/>
    <dgm:cxn modelId="{BDA74FC2-5EF9-4DB7-B995-02E0BB36CA61}" srcId="{B022527E-5FA8-470A-8D3C-2FF5B7BA5682}" destId="{EC423A71-78EE-4A04-9E5F-5612E2FA2896}" srcOrd="3" destOrd="0" parTransId="{25CDA9B6-D268-44EF-BECB-9BDDF3527C87}" sibTransId="{4800392C-D943-42D5-9900-6219B546334A}"/>
    <dgm:cxn modelId="{9B9C70ED-895B-4741-A2F9-4FC7AD953F0B}" srcId="{B022527E-5FA8-470A-8D3C-2FF5B7BA5682}" destId="{50F43A29-D253-4C77-AB1A-EFABF0E78795}" srcOrd="4" destOrd="0" parTransId="{38992DF0-0F1F-4553-A1F4-6B13A51D3FB0}" sibTransId="{B3DDAC9D-3933-4775-AE21-FBF015636C1E}"/>
    <dgm:cxn modelId="{2E1689F6-59BD-42EA-A1D1-3686037288A0}" type="presOf" srcId="{DB404A4E-EC1D-4FDA-8DB4-BD8AC3427039}" destId="{CDF92D63-4EDA-43FD-B826-71F25A1025B5}" srcOrd="1" destOrd="0" presId="urn:microsoft.com/office/officeart/2005/8/layout/process2"/>
    <dgm:cxn modelId="{5C7081FB-D9EF-4172-8101-D70833B57CBB}" srcId="{B022527E-5FA8-470A-8D3C-2FF5B7BA5682}" destId="{1984AD78-AEFF-468A-A1BB-49B0500C7EDA}" srcOrd="0" destOrd="0" parTransId="{9CA997C3-C741-409C-806E-BA1C8C0A066E}" sibTransId="{DB404A4E-EC1D-4FDA-8DB4-BD8AC3427039}"/>
    <dgm:cxn modelId="{046D0BCD-F3B5-47F7-A9A7-19AEEC29C3AE}" type="presParOf" srcId="{8C840F96-5C00-4428-987C-D2FE1A690CB7}" destId="{854E4E50-7530-4D1F-9FE1-6C93E2CC15BB}" srcOrd="0" destOrd="0" presId="urn:microsoft.com/office/officeart/2005/8/layout/process2"/>
    <dgm:cxn modelId="{39B14E85-8ECB-4FBB-BCEA-6BD557F54F6D}" type="presParOf" srcId="{8C840F96-5C00-4428-987C-D2FE1A690CB7}" destId="{EC4FB9A2-EFC1-4697-B773-23D570E8433D}" srcOrd="1" destOrd="0" presId="urn:microsoft.com/office/officeart/2005/8/layout/process2"/>
    <dgm:cxn modelId="{32A47E6A-23AC-4AF6-A9E8-A5704352EF7E}" type="presParOf" srcId="{EC4FB9A2-EFC1-4697-B773-23D570E8433D}" destId="{CDF92D63-4EDA-43FD-B826-71F25A1025B5}" srcOrd="0" destOrd="0" presId="urn:microsoft.com/office/officeart/2005/8/layout/process2"/>
    <dgm:cxn modelId="{CC015216-35D8-43B0-90E3-F3AF38894473}" type="presParOf" srcId="{8C840F96-5C00-4428-987C-D2FE1A690CB7}" destId="{AABFBEB2-D888-47C1-A6EC-DEFEB2A30B23}" srcOrd="2" destOrd="0" presId="urn:microsoft.com/office/officeart/2005/8/layout/process2"/>
    <dgm:cxn modelId="{BF8420D4-FAE5-45F6-86DF-5DDF348B17FE}" type="presParOf" srcId="{8C840F96-5C00-4428-987C-D2FE1A690CB7}" destId="{8CA6E3B2-77AE-4B23-80A4-DF4B6FA836DB}" srcOrd="3" destOrd="0" presId="urn:microsoft.com/office/officeart/2005/8/layout/process2"/>
    <dgm:cxn modelId="{E66651CC-8738-45E9-AB47-11BAFD9F68E3}" type="presParOf" srcId="{8CA6E3B2-77AE-4B23-80A4-DF4B6FA836DB}" destId="{56764946-7C6A-4679-90F9-19353E586240}" srcOrd="0" destOrd="0" presId="urn:microsoft.com/office/officeart/2005/8/layout/process2"/>
    <dgm:cxn modelId="{11220ED0-A6FA-4970-BD7C-BEF60FF5B26F}" type="presParOf" srcId="{8C840F96-5C00-4428-987C-D2FE1A690CB7}" destId="{A587C3E2-702D-4BC2-8078-BFB6205C6EB6}" srcOrd="4" destOrd="0" presId="urn:microsoft.com/office/officeart/2005/8/layout/process2"/>
    <dgm:cxn modelId="{E13E2E8C-982F-4D13-B0C3-26161309E797}" type="presParOf" srcId="{8C840F96-5C00-4428-987C-D2FE1A690CB7}" destId="{3E0DFAAD-60CB-45F9-8C50-B721A692B93A}" srcOrd="5" destOrd="0" presId="urn:microsoft.com/office/officeart/2005/8/layout/process2"/>
    <dgm:cxn modelId="{C9B76C1C-C420-4625-8401-7566D522FEC8}" type="presParOf" srcId="{3E0DFAAD-60CB-45F9-8C50-B721A692B93A}" destId="{D272C1DA-4401-4A5E-AB89-C4A9CABFA152}" srcOrd="0" destOrd="0" presId="urn:microsoft.com/office/officeart/2005/8/layout/process2"/>
    <dgm:cxn modelId="{A090F89C-811E-47F6-9DA9-BFE2D7D1D064}" type="presParOf" srcId="{8C840F96-5C00-4428-987C-D2FE1A690CB7}" destId="{8DA2BDF5-BD0B-4A17-8FE2-DF07746DA95B}" srcOrd="6" destOrd="0" presId="urn:microsoft.com/office/officeart/2005/8/layout/process2"/>
    <dgm:cxn modelId="{96E6E518-01C8-4254-B2F8-AF64420A4A60}" type="presParOf" srcId="{8C840F96-5C00-4428-987C-D2FE1A690CB7}" destId="{F7DAB948-A9BF-4897-806B-C504785FDD1E}" srcOrd="7" destOrd="0" presId="urn:microsoft.com/office/officeart/2005/8/layout/process2"/>
    <dgm:cxn modelId="{2DBA3A55-C214-4F53-BAEA-CFC1EBDAD98E}" type="presParOf" srcId="{F7DAB948-A9BF-4897-806B-C504785FDD1E}" destId="{A3ADB4F2-56D6-488A-9C07-5B83538C692F}" srcOrd="0" destOrd="0" presId="urn:microsoft.com/office/officeart/2005/8/layout/process2"/>
    <dgm:cxn modelId="{3B83A698-191C-48F6-B152-F1378B56CB3A}" type="presParOf" srcId="{8C840F96-5C00-4428-987C-D2FE1A690CB7}" destId="{4E67BA51-A3C6-4A37-AA70-60F3C81392F1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863218-82A3-4A6A-A7CE-1013D442C477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D937701-D8CB-4529-AD1D-B85723A5A8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i-FI"/>
            <a:t>Phase 4 Modeling</a:t>
          </a:r>
          <a:endParaRPr lang="en-US"/>
        </a:p>
      </dgm:t>
    </dgm:pt>
    <dgm:pt modelId="{E2076F4C-C46A-444C-8A4C-BF972C6B835D}" type="parTrans" cxnId="{1E88EC2C-DC46-4837-8D07-4671F477E79C}">
      <dgm:prSet/>
      <dgm:spPr/>
      <dgm:t>
        <a:bodyPr/>
        <a:lstStyle/>
        <a:p>
          <a:endParaRPr lang="en-US"/>
        </a:p>
      </dgm:t>
    </dgm:pt>
    <dgm:pt modelId="{B0F561C6-EB9F-4EFB-93BD-7B3E486DF1F1}" type="sibTrans" cxnId="{1E88EC2C-DC46-4837-8D07-4671F477E79C}">
      <dgm:prSet/>
      <dgm:spPr/>
      <dgm:t>
        <a:bodyPr/>
        <a:lstStyle/>
        <a:p>
          <a:endParaRPr lang="en-US"/>
        </a:p>
      </dgm:t>
    </dgm:pt>
    <dgm:pt modelId="{DE9E7BC9-6291-4C80-BE30-29F0CDB6CA1A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Build model</a:t>
          </a:r>
          <a:endParaRPr lang="en-US"/>
        </a:p>
      </dgm:t>
    </dgm:pt>
    <dgm:pt modelId="{31FEC218-953F-4C57-98D1-C8558BA3C1E4}" type="parTrans" cxnId="{FC37D5B8-DD7C-4D7E-AC51-65619EFCC22F}">
      <dgm:prSet/>
      <dgm:spPr/>
      <dgm:t>
        <a:bodyPr/>
        <a:lstStyle/>
        <a:p>
          <a:endParaRPr lang="en-US"/>
        </a:p>
      </dgm:t>
    </dgm:pt>
    <dgm:pt modelId="{2F84C837-A142-47F5-9F84-8AE39873B6D3}" type="sibTrans" cxnId="{FC37D5B8-DD7C-4D7E-AC51-65619EFCC22F}">
      <dgm:prSet/>
      <dgm:spPr/>
      <dgm:t>
        <a:bodyPr/>
        <a:lstStyle/>
        <a:p>
          <a:endParaRPr lang="en-US"/>
        </a:p>
      </dgm:t>
    </dgm:pt>
    <dgm:pt modelId="{A7B56A3F-4BAB-4FB9-90C0-0968932C5A44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Evaluate the results</a:t>
          </a:r>
          <a:endParaRPr lang="en-US"/>
        </a:p>
      </dgm:t>
    </dgm:pt>
    <dgm:pt modelId="{0DF6EE1C-EEF2-4F69-8507-2C562AD6D89F}" type="parTrans" cxnId="{DDF1EBED-080D-4F7E-B1E0-2D7D702FC9CD}">
      <dgm:prSet/>
      <dgm:spPr/>
      <dgm:t>
        <a:bodyPr/>
        <a:lstStyle/>
        <a:p>
          <a:endParaRPr lang="en-US"/>
        </a:p>
      </dgm:t>
    </dgm:pt>
    <dgm:pt modelId="{4FAE19F3-9C1D-4E49-8306-46CA68D626BD}" type="sibTrans" cxnId="{DDF1EBED-080D-4F7E-B1E0-2D7D702FC9CD}">
      <dgm:prSet/>
      <dgm:spPr/>
      <dgm:t>
        <a:bodyPr/>
        <a:lstStyle/>
        <a:p>
          <a:endParaRPr lang="en-US"/>
        </a:p>
      </dgm:t>
    </dgm:pt>
    <dgm:pt modelId="{F551CDF7-05A7-427E-80BB-EB9F768CF768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Test model</a:t>
          </a:r>
          <a:endParaRPr lang="en-US"/>
        </a:p>
      </dgm:t>
    </dgm:pt>
    <dgm:pt modelId="{2EA2C7AE-70EA-4523-8C1D-3B4D4E89034F}" type="parTrans" cxnId="{D3D33A08-1106-4D1A-8D27-39B7D550CE65}">
      <dgm:prSet/>
      <dgm:spPr/>
      <dgm:t>
        <a:bodyPr/>
        <a:lstStyle/>
        <a:p>
          <a:endParaRPr lang="en-US"/>
        </a:p>
      </dgm:t>
    </dgm:pt>
    <dgm:pt modelId="{AA9A7F11-BA2E-430B-9CF4-9D12FC2B5F8F}" type="sibTrans" cxnId="{D3D33A08-1106-4D1A-8D27-39B7D550CE65}">
      <dgm:prSet/>
      <dgm:spPr/>
      <dgm:t>
        <a:bodyPr/>
        <a:lstStyle/>
        <a:p>
          <a:endParaRPr lang="en-US"/>
        </a:p>
      </dgm:t>
    </dgm:pt>
    <dgm:pt modelId="{7AC9B585-DCDC-4364-A589-CF214D7C7327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Visualize results</a:t>
          </a:r>
          <a:endParaRPr lang="en-US"/>
        </a:p>
      </dgm:t>
    </dgm:pt>
    <dgm:pt modelId="{0424EE77-F3A2-45B6-85E6-C39EDDFCFAEF}" type="parTrans" cxnId="{239EAA0F-2A95-4907-9E06-EA16F6D940BC}">
      <dgm:prSet/>
      <dgm:spPr/>
      <dgm:t>
        <a:bodyPr/>
        <a:lstStyle/>
        <a:p>
          <a:endParaRPr lang="en-US"/>
        </a:p>
      </dgm:t>
    </dgm:pt>
    <dgm:pt modelId="{D9CC0500-5E7C-4DCB-9FA5-B044F23352B5}" type="sibTrans" cxnId="{239EAA0F-2A95-4907-9E06-EA16F6D940BC}">
      <dgm:prSet/>
      <dgm:spPr/>
      <dgm:t>
        <a:bodyPr/>
        <a:lstStyle/>
        <a:p>
          <a:endParaRPr lang="en-US"/>
        </a:p>
      </dgm:t>
    </dgm:pt>
    <dgm:pt modelId="{AB0C8CE7-7167-4FD8-BFF1-EB45CA10A0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i-FI"/>
            <a:t>Phase 5 Evaluation</a:t>
          </a:r>
          <a:endParaRPr lang="en-US"/>
        </a:p>
      </dgm:t>
    </dgm:pt>
    <dgm:pt modelId="{333D6AEB-ACD9-4260-BE8A-E8F1047046EB}" type="parTrans" cxnId="{FBF623B9-209E-42C6-9E7D-0B4C5CFC88DB}">
      <dgm:prSet/>
      <dgm:spPr/>
      <dgm:t>
        <a:bodyPr/>
        <a:lstStyle/>
        <a:p>
          <a:endParaRPr lang="en-US"/>
        </a:p>
      </dgm:t>
    </dgm:pt>
    <dgm:pt modelId="{1B5AA782-90B0-4143-B867-A9155ED46405}" type="sibTrans" cxnId="{FBF623B9-209E-42C6-9E7D-0B4C5CFC88DB}">
      <dgm:prSet/>
      <dgm:spPr/>
      <dgm:t>
        <a:bodyPr/>
        <a:lstStyle/>
        <a:p>
          <a:endParaRPr lang="en-US"/>
        </a:p>
      </dgm:t>
    </dgm:pt>
    <dgm:pt modelId="{65F6B996-CB8F-479E-85AE-A46086F05226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Evaluate obtained results</a:t>
          </a:r>
          <a:endParaRPr lang="en-US"/>
        </a:p>
      </dgm:t>
    </dgm:pt>
    <dgm:pt modelId="{DB118EDF-6B07-4276-B093-8707C8D5F476}" type="parTrans" cxnId="{33438273-E361-4020-822B-30AB045DBE19}">
      <dgm:prSet/>
      <dgm:spPr/>
      <dgm:t>
        <a:bodyPr/>
        <a:lstStyle/>
        <a:p>
          <a:endParaRPr lang="en-US"/>
        </a:p>
      </dgm:t>
    </dgm:pt>
    <dgm:pt modelId="{46A356C5-C056-4075-AD09-33B83F7E0185}" type="sibTrans" cxnId="{33438273-E361-4020-822B-30AB045DBE19}">
      <dgm:prSet/>
      <dgm:spPr/>
      <dgm:t>
        <a:bodyPr/>
        <a:lstStyle/>
        <a:p>
          <a:endParaRPr lang="en-US"/>
        </a:p>
      </dgm:t>
    </dgm:pt>
    <dgm:pt modelId="{2AE2D9BA-65C8-4A0C-8E6C-84D5FE4409B7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Analyze the results of the model</a:t>
          </a:r>
          <a:endParaRPr lang="en-US"/>
        </a:p>
      </dgm:t>
    </dgm:pt>
    <dgm:pt modelId="{C72C6A2C-2807-4857-B7E6-1E47C4D0913D}" type="parTrans" cxnId="{ECCB9FC5-AE6D-4B03-878F-843D7AB2E5BC}">
      <dgm:prSet/>
      <dgm:spPr/>
      <dgm:t>
        <a:bodyPr/>
        <a:lstStyle/>
        <a:p>
          <a:endParaRPr lang="en-US"/>
        </a:p>
      </dgm:t>
    </dgm:pt>
    <dgm:pt modelId="{2C71FFB3-F4A9-43AD-9349-86179CE54E4C}" type="sibTrans" cxnId="{ECCB9FC5-AE6D-4B03-878F-843D7AB2E5BC}">
      <dgm:prSet/>
      <dgm:spPr/>
      <dgm:t>
        <a:bodyPr/>
        <a:lstStyle/>
        <a:p>
          <a:endParaRPr lang="en-US"/>
        </a:p>
      </dgm:t>
    </dgm:pt>
    <dgm:pt modelId="{D1111B49-8D50-41AB-81CA-475C3AEE42B2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Review process</a:t>
          </a:r>
          <a:endParaRPr lang="en-US"/>
        </a:p>
      </dgm:t>
    </dgm:pt>
    <dgm:pt modelId="{44BB6542-049F-4E7D-82B1-FFCD13F9CB28}" type="parTrans" cxnId="{DF0A7A82-DE68-4FCA-B1B1-F11A9B55E76B}">
      <dgm:prSet/>
      <dgm:spPr/>
      <dgm:t>
        <a:bodyPr/>
        <a:lstStyle/>
        <a:p>
          <a:endParaRPr lang="en-US"/>
        </a:p>
      </dgm:t>
    </dgm:pt>
    <dgm:pt modelId="{29892C91-BD2C-46A3-9B81-01BC812CB778}" type="sibTrans" cxnId="{DF0A7A82-DE68-4FCA-B1B1-F11A9B55E76B}">
      <dgm:prSet/>
      <dgm:spPr/>
      <dgm:t>
        <a:bodyPr/>
        <a:lstStyle/>
        <a:p>
          <a:endParaRPr lang="en-US"/>
        </a:p>
      </dgm:t>
    </dgm:pt>
    <dgm:pt modelId="{5FACB6AC-A79E-4D88-9554-B1BF20BA3D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i-FI"/>
            <a:t>Phase 6 Deployment</a:t>
          </a:r>
          <a:endParaRPr lang="en-US"/>
        </a:p>
      </dgm:t>
    </dgm:pt>
    <dgm:pt modelId="{499A652F-FD5E-4E84-B9BC-2D7C3ED43904}" type="parTrans" cxnId="{48DEE56C-359A-43E6-BE81-88D15AD8DDE5}">
      <dgm:prSet/>
      <dgm:spPr/>
      <dgm:t>
        <a:bodyPr/>
        <a:lstStyle/>
        <a:p>
          <a:endParaRPr lang="en-US"/>
        </a:p>
      </dgm:t>
    </dgm:pt>
    <dgm:pt modelId="{32841B1E-19A7-4499-8133-98EF965F0075}" type="sibTrans" cxnId="{48DEE56C-359A-43E6-BE81-88D15AD8DDE5}">
      <dgm:prSet/>
      <dgm:spPr/>
      <dgm:t>
        <a:bodyPr/>
        <a:lstStyle/>
        <a:p>
          <a:endParaRPr lang="en-US"/>
        </a:p>
      </dgm:t>
    </dgm:pt>
    <dgm:pt modelId="{91F3670F-E1BE-4FFA-AD0D-6F610C324546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Implement deployment</a:t>
          </a:r>
          <a:endParaRPr lang="en-US"/>
        </a:p>
      </dgm:t>
    </dgm:pt>
    <dgm:pt modelId="{7F4C72BE-1297-4A69-A803-2E1655EBE8B7}" type="parTrans" cxnId="{92BD1A3C-A2BF-4DC4-B355-8AB9C1015B77}">
      <dgm:prSet/>
      <dgm:spPr/>
      <dgm:t>
        <a:bodyPr/>
        <a:lstStyle/>
        <a:p>
          <a:endParaRPr lang="en-US"/>
        </a:p>
      </dgm:t>
    </dgm:pt>
    <dgm:pt modelId="{C29064B8-9232-46C8-92AD-A5A4B3EA296D}" type="sibTrans" cxnId="{92BD1A3C-A2BF-4DC4-B355-8AB9C1015B77}">
      <dgm:prSet/>
      <dgm:spPr/>
      <dgm:t>
        <a:bodyPr/>
        <a:lstStyle/>
        <a:p>
          <a:endParaRPr lang="en-US"/>
        </a:p>
      </dgm:t>
    </dgm:pt>
    <dgm:pt modelId="{EE80F2B4-7B09-4AB3-A3B7-47E4DE13C25F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Plan maintenance</a:t>
          </a:r>
          <a:endParaRPr lang="en-US"/>
        </a:p>
      </dgm:t>
    </dgm:pt>
    <dgm:pt modelId="{75DB6283-0220-47A6-9151-543590AB0D80}" type="parTrans" cxnId="{32A08345-FB0E-4139-B81C-FE0C4E34A1B8}">
      <dgm:prSet/>
      <dgm:spPr/>
      <dgm:t>
        <a:bodyPr/>
        <a:lstStyle/>
        <a:p>
          <a:endParaRPr lang="en-US"/>
        </a:p>
      </dgm:t>
    </dgm:pt>
    <dgm:pt modelId="{9C20EA4D-1D4A-46FA-8711-9E368582F62C}" type="sibTrans" cxnId="{32A08345-FB0E-4139-B81C-FE0C4E34A1B8}">
      <dgm:prSet/>
      <dgm:spPr/>
      <dgm:t>
        <a:bodyPr/>
        <a:lstStyle/>
        <a:p>
          <a:endParaRPr lang="en-US"/>
        </a:p>
      </dgm:t>
    </dgm:pt>
    <dgm:pt modelId="{BE2C0809-46A5-45C8-A800-254353A37C92}">
      <dgm:prSet/>
      <dgm:spPr/>
      <dgm:t>
        <a:bodyPr/>
        <a:lstStyle/>
        <a:p>
          <a:pPr>
            <a:lnSpc>
              <a:spcPct val="100000"/>
            </a:lnSpc>
          </a:pPr>
          <a:r>
            <a:rPr lang="fi-FI"/>
            <a:t>Produce a final report</a:t>
          </a:r>
          <a:endParaRPr lang="en-US"/>
        </a:p>
      </dgm:t>
    </dgm:pt>
    <dgm:pt modelId="{A4DA0F42-1F3A-4E3E-A172-39F2509AC9DF}" type="parTrans" cxnId="{5700C4BA-5658-471A-A7D4-840D9B34FD6D}">
      <dgm:prSet/>
      <dgm:spPr/>
      <dgm:t>
        <a:bodyPr/>
        <a:lstStyle/>
        <a:p>
          <a:endParaRPr lang="en-US"/>
        </a:p>
      </dgm:t>
    </dgm:pt>
    <dgm:pt modelId="{2888E6AF-9DB1-4E7C-9E8F-B8ED6C24F490}" type="sibTrans" cxnId="{5700C4BA-5658-471A-A7D4-840D9B34FD6D}">
      <dgm:prSet/>
      <dgm:spPr/>
      <dgm:t>
        <a:bodyPr/>
        <a:lstStyle/>
        <a:p>
          <a:endParaRPr lang="en-US"/>
        </a:p>
      </dgm:t>
    </dgm:pt>
    <dgm:pt modelId="{A918B19D-D94C-43C0-A004-EEF62D609643}" type="pres">
      <dgm:prSet presAssocID="{36863218-82A3-4A6A-A7CE-1013D442C477}" presName="root" presStyleCnt="0">
        <dgm:presLayoutVars>
          <dgm:dir/>
          <dgm:resizeHandles val="exact"/>
        </dgm:presLayoutVars>
      </dgm:prSet>
      <dgm:spPr/>
    </dgm:pt>
    <dgm:pt modelId="{848DED6E-A9D9-4233-8003-CD0CAF74AA2C}" type="pres">
      <dgm:prSet presAssocID="{8D937701-D8CB-4529-AD1D-B85723A5A8E8}" presName="compNode" presStyleCnt="0"/>
      <dgm:spPr/>
    </dgm:pt>
    <dgm:pt modelId="{20CF8812-B803-4F4C-B554-AC0C7060C0ED}" type="pres">
      <dgm:prSet presAssocID="{8D937701-D8CB-4529-AD1D-B85723A5A8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25A89AB-AA76-4037-8FAC-C8E26831753B}" type="pres">
      <dgm:prSet presAssocID="{8D937701-D8CB-4529-AD1D-B85723A5A8E8}" presName="iconSpace" presStyleCnt="0"/>
      <dgm:spPr/>
    </dgm:pt>
    <dgm:pt modelId="{E289472F-64A7-4E95-81CF-8026C79AF7C3}" type="pres">
      <dgm:prSet presAssocID="{8D937701-D8CB-4529-AD1D-B85723A5A8E8}" presName="parTx" presStyleLbl="revTx" presStyleIdx="0" presStyleCnt="6">
        <dgm:presLayoutVars>
          <dgm:chMax val="0"/>
          <dgm:chPref val="0"/>
        </dgm:presLayoutVars>
      </dgm:prSet>
      <dgm:spPr/>
    </dgm:pt>
    <dgm:pt modelId="{EA48F736-EC4F-4045-B537-4B89C157E27D}" type="pres">
      <dgm:prSet presAssocID="{8D937701-D8CB-4529-AD1D-B85723A5A8E8}" presName="txSpace" presStyleCnt="0"/>
      <dgm:spPr/>
    </dgm:pt>
    <dgm:pt modelId="{6E8A4525-EEBD-4297-A0E2-A82E993FFB6C}" type="pres">
      <dgm:prSet presAssocID="{8D937701-D8CB-4529-AD1D-B85723A5A8E8}" presName="desTx" presStyleLbl="revTx" presStyleIdx="1" presStyleCnt="6">
        <dgm:presLayoutVars/>
      </dgm:prSet>
      <dgm:spPr/>
    </dgm:pt>
    <dgm:pt modelId="{C5D93047-F92C-4362-A9D9-E118444AAC4C}" type="pres">
      <dgm:prSet presAssocID="{B0F561C6-EB9F-4EFB-93BD-7B3E486DF1F1}" presName="sibTrans" presStyleCnt="0"/>
      <dgm:spPr/>
    </dgm:pt>
    <dgm:pt modelId="{FD3E67F0-99ED-443F-BF2E-EB4F8759C3F8}" type="pres">
      <dgm:prSet presAssocID="{AB0C8CE7-7167-4FD8-BFF1-EB45CA10A036}" presName="compNode" presStyleCnt="0"/>
      <dgm:spPr/>
    </dgm:pt>
    <dgm:pt modelId="{2770A52A-E875-4ADF-8C45-ADD521CD4F33}" type="pres">
      <dgm:prSet presAssocID="{AB0C8CE7-7167-4FD8-BFF1-EB45CA10A0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8DADC31-4A12-42CD-9F1E-6E70D874DCE2}" type="pres">
      <dgm:prSet presAssocID="{AB0C8CE7-7167-4FD8-BFF1-EB45CA10A036}" presName="iconSpace" presStyleCnt="0"/>
      <dgm:spPr/>
    </dgm:pt>
    <dgm:pt modelId="{F1E4FD84-930F-4155-9AE9-8359A0F4999D}" type="pres">
      <dgm:prSet presAssocID="{AB0C8CE7-7167-4FD8-BFF1-EB45CA10A036}" presName="parTx" presStyleLbl="revTx" presStyleIdx="2" presStyleCnt="6">
        <dgm:presLayoutVars>
          <dgm:chMax val="0"/>
          <dgm:chPref val="0"/>
        </dgm:presLayoutVars>
      </dgm:prSet>
      <dgm:spPr/>
    </dgm:pt>
    <dgm:pt modelId="{164AA931-106E-40A8-933D-49760472CC71}" type="pres">
      <dgm:prSet presAssocID="{AB0C8CE7-7167-4FD8-BFF1-EB45CA10A036}" presName="txSpace" presStyleCnt="0"/>
      <dgm:spPr/>
    </dgm:pt>
    <dgm:pt modelId="{194974AC-69CD-4737-9F39-9C296D28BC34}" type="pres">
      <dgm:prSet presAssocID="{AB0C8CE7-7167-4FD8-BFF1-EB45CA10A036}" presName="desTx" presStyleLbl="revTx" presStyleIdx="3" presStyleCnt="6">
        <dgm:presLayoutVars/>
      </dgm:prSet>
      <dgm:spPr/>
    </dgm:pt>
    <dgm:pt modelId="{F5442E95-6167-4FD2-8A7F-F9DDC9057B11}" type="pres">
      <dgm:prSet presAssocID="{1B5AA782-90B0-4143-B867-A9155ED46405}" presName="sibTrans" presStyleCnt="0"/>
      <dgm:spPr/>
    </dgm:pt>
    <dgm:pt modelId="{128F78B1-BEE2-49DF-BCD6-83FBE6D451B5}" type="pres">
      <dgm:prSet presAssocID="{5FACB6AC-A79E-4D88-9554-B1BF20BA3D86}" presName="compNode" presStyleCnt="0"/>
      <dgm:spPr/>
    </dgm:pt>
    <dgm:pt modelId="{5C1A0744-64A6-4397-AB0F-474E624DFDFF}" type="pres">
      <dgm:prSet presAssocID="{5FACB6AC-A79E-4D88-9554-B1BF20BA3D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kistusluettelo"/>
        </a:ext>
      </dgm:extLst>
    </dgm:pt>
    <dgm:pt modelId="{84E37A8F-269C-4927-A7F3-BCA780A5C18D}" type="pres">
      <dgm:prSet presAssocID="{5FACB6AC-A79E-4D88-9554-B1BF20BA3D86}" presName="iconSpace" presStyleCnt="0"/>
      <dgm:spPr/>
    </dgm:pt>
    <dgm:pt modelId="{431FE78D-2A48-48DD-BCA2-9E2F74662ECD}" type="pres">
      <dgm:prSet presAssocID="{5FACB6AC-A79E-4D88-9554-B1BF20BA3D86}" presName="parTx" presStyleLbl="revTx" presStyleIdx="4" presStyleCnt="6">
        <dgm:presLayoutVars>
          <dgm:chMax val="0"/>
          <dgm:chPref val="0"/>
        </dgm:presLayoutVars>
      </dgm:prSet>
      <dgm:spPr/>
    </dgm:pt>
    <dgm:pt modelId="{3ADA7D42-078B-4694-B646-A69D732C59DF}" type="pres">
      <dgm:prSet presAssocID="{5FACB6AC-A79E-4D88-9554-B1BF20BA3D86}" presName="txSpace" presStyleCnt="0"/>
      <dgm:spPr/>
    </dgm:pt>
    <dgm:pt modelId="{B4C8C077-15B0-4AE6-8A02-EFDE4D5D8C97}" type="pres">
      <dgm:prSet presAssocID="{5FACB6AC-A79E-4D88-9554-B1BF20BA3D86}" presName="desTx" presStyleLbl="revTx" presStyleIdx="5" presStyleCnt="6">
        <dgm:presLayoutVars/>
      </dgm:prSet>
      <dgm:spPr/>
    </dgm:pt>
  </dgm:ptLst>
  <dgm:cxnLst>
    <dgm:cxn modelId="{D3D33A08-1106-4D1A-8D27-39B7D550CE65}" srcId="{8D937701-D8CB-4529-AD1D-B85723A5A8E8}" destId="{F551CDF7-05A7-427E-80BB-EB9F768CF768}" srcOrd="2" destOrd="0" parTransId="{2EA2C7AE-70EA-4523-8C1D-3B4D4E89034F}" sibTransId="{AA9A7F11-BA2E-430B-9CF4-9D12FC2B5F8F}"/>
    <dgm:cxn modelId="{24AD9B0F-A44B-4B14-9F9D-EEA4EB66EA88}" type="presOf" srcId="{8D937701-D8CB-4529-AD1D-B85723A5A8E8}" destId="{E289472F-64A7-4E95-81CF-8026C79AF7C3}" srcOrd="0" destOrd="0" presId="urn:microsoft.com/office/officeart/2018/5/layout/CenteredIconLabelDescriptionList"/>
    <dgm:cxn modelId="{239EAA0F-2A95-4907-9E06-EA16F6D940BC}" srcId="{8D937701-D8CB-4529-AD1D-B85723A5A8E8}" destId="{7AC9B585-DCDC-4364-A589-CF214D7C7327}" srcOrd="3" destOrd="0" parTransId="{0424EE77-F3A2-45B6-85E6-C39EDDFCFAEF}" sibTransId="{D9CC0500-5E7C-4DCB-9FA5-B044F23352B5}"/>
    <dgm:cxn modelId="{6EBC442B-26D6-4342-B774-C6E56072A102}" type="presOf" srcId="{A7B56A3F-4BAB-4FB9-90C0-0968932C5A44}" destId="{6E8A4525-EEBD-4297-A0E2-A82E993FFB6C}" srcOrd="0" destOrd="1" presId="urn:microsoft.com/office/officeart/2018/5/layout/CenteredIconLabelDescriptionList"/>
    <dgm:cxn modelId="{1E88EC2C-DC46-4837-8D07-4671F477E79C}" srcId="{36863218-82A3-4A6A-A7CE-1013D442C477}" destId="{8D937701-D8CB-4529-AD1D-B85723A5A8E8}" srcOrd="0" destOrd="0" parTransId="{E2076F4C-C46A-444C-8A4C-BF972C6B835D}" sibTransId="{B0F561C6-EB9F-4EFB-93BD-7B3E486DF1F1}"/>
    <dgm:cxn modelId="{92BD1A3C-A2BF-4DC4-B355-8AB9C1015B77}" srcId="{5FACB6AC-A79E-4D88-9554-B1BF20BA3D86}" destId="{91F3670F-E1BE-4FFA-AD0D-6F610C324546}" srcOrd="0" destOrd="0" parTransId="{7F4C72BE-1297-4A69-A803-2E1655EBE8B7}" sibTransId="{C29064B8-9232-46C8-92AD-A5A4B3EA296D}"/>
    <dgm:cxn modelId="{32A08345-FB0E-4139-B81C-FE0C4E34A1B8}" srcId="{5FACB6AC-A79E-4D88-9554-B1BF20BA3D86}" destId="{EE80F2B4-7B09-4AB3-A3B7-47E4DE13C25F}" srcOrd="1" destOrd="0" parTransId="{75DB6283-0220-47A6-9151-543590AB0D80}" sibTransId="{9C20EA4D-1D4A-46FA-8711-9E368582F62C}"/>
    <dgm:cxn modelId="{48DEE56C-359A-43E6-BE81-88D15AD8DDE5}" srcId="{36863218-82A3-4A6A-A7CE-1013D442C477}" destId="{5FACB6AC-A79E-4D88-9554-B1BF20BA3D86}" srcOrd="2" destOrd="0" parTransId="{499A652F-FD5E-4E84-B9BC-2D7C3ED43904}" sibTransId="{32841B1E-19A7-4499-8133-98EF965F0075}"/>
    <dgm:cxn modelId="{CF61B34D-BC44-42D1-9341-13F0F02FB924}" type="presOf" srcId="{AB0C8CE7-7167-4FD8-BFF1-EB45CA10A036}" destId="{F1E4FD84-930F-4155-9AE9-8359A0F4999D}" srcOrd="0" destOrd="0" presId="urn:microsoft.com/office/officeart/2018/5/layout/CenteredIconLabelDescriptionList"/>
    <dgm:cxn modelId="{33438273-E361-4020-822B-30AB045DBE19}" srcId="{AB0C8CE7-7167-4FD8-BFF1-EB45CA10A036}" destId="{65F6B996-CB8F-479E-85AE-A46086F05226}" srcOrd="0" destOrd="0" parTransId="{DB118EDF-6B07-4276-B093-8707C8D5F476}" sibTransId="{46A356C5-C056-4075-AD09-33B83F7E0185}"/>
    <dgm:cxn modelId="{EF326B74-200B-4DBA-BB3A-098A2E469E75}" type="presOf" srcId="{7AC9B585-DCDC-4364-A589-CF214D7C7327}" destId="{6E8A4525-EEBD-4297-A0E2-A82E993FFB6C}" srcOrd="0" destOrd="3" presId="urn:microsoft.com/office/officeart/2018/5/layout/CenteredIconLabelDescriptionList"/>
    <dgm:cxn modelId="{F14C8359-15AB-4DFE-A4AC-3A2D385BFE32}" type="presOf" srcId="{2AE2D9BA-65C8-4A0C-8E6C-84D5FE4409B7}" destId="{194974AC-69CD-4737-9F39-9C296D28BC34}" srcOrd="0" destOrd="1" presId="urn:microsoft.com/office/officeart/2018/5/layout/CenteredIconLabelDescriptionList"/>
    <dgm:cxn modelId="{677C2480-E240-428F-A295-3E10800EC322}" type="presOf" srcId="{91F3670F-E1BE-4FFA-AD0D-6F610C324546}" destId="{B4C8C077-15B0-4AE6-8A02-EFDE4D5D8C97}" srcOrd="0" destOrd="0" presId="urn:microsoft.com/office/officeart/2018/5/layout/CenteredIconLabelDescriptionList"/>
    <dgm:cxn modelId="{DF0A7A82-DE68-4FCA-B1B1-F11A9B55E76B}" srcId="{AB0C8CE7-7167-4FD8-BFF1-EB45CA10A036}" destId="{D1111B49-8D50-41AB-81CA-475C3AEE42B2}" srcOrd="2" destOrd="0" parTransId="{44BB6542-049F-4E7D-82B1-FFCD13F9CB28}" sibTransId="{29892C91-BD2C-46A3-9B81-01BC812CB778}"/>
    <dgm:cxn modelId="{B2871C88-705A-4BBA-BC09-86604FB35BE5}" type="presOf" srcId="{DE9E7BC9-6291-4C80-BE30-29F0CDB6CA1A}" destId="{6E8A4525-EEBD-4297-A0E2-A82E993FFB6C}" srcOrd="0" destOrd="0" presId="urn:microsoft.com/office/officeart/2018/5/layout/CenteredIconLabelDescriptionList"/>
    <dgm:cxn modelId="{0094858C-B598-4CB4-9EDD-389F2313A0AE}" type="presOf" srcId="{65F6B996-CB8F-479E-85AE-A46086F05226}" destId="{194974AC-69CD-4737-9F39-9C296D28BC34}" srcOrd="0" destOrd="0" presId="urn:microsoft.com/office/officeart/2018/5/layout/CenteredIconLabelDescriptionList"/>
    <dgm:cxn modelId="{40A6838D-35EA-4561-8686-AEE16FE03051}" type="presOf" srcId="{5FACB6AC-A79E-4D88-9554-B1BF20BA3D86}" destId="{431FE78D-2A48-48DD-BCA2-9E2F74662ECD}" srcOrd="0" destOrd="0" presId="urn:microsoft.com/office/officeart/2018/5/layout/CenteredIconLabelDescriptionList"/>
    <dgm:cxn modelId="{6036A88D-54FD-4346-8B04-2592BEC14E9A}" type="presOf" srcId="{D1111B49-8D50-41AB-81CA-475C3AEE42B2}" destId="{194974AC-69CD-4737-9F39-9C296D28BC34}" srcOrd="0" destOrd="2" presId="urn:microsoft.com/office/officeart/2018/5/layout/CenteredIconLabelDescriptionList"/>
    <dgm:cxn modelId="{B146FB91-B957-4721-8CAA-4C61985B810C}" type="presOf" srcId="{36863218-82A3-4A6A-A7CE-1013D442C477}" destId="{A918B19D-D94C-43C0-A004-EEF62D609643}" srcOrd="0" destOrd="0" presId="urn:microsoft.com/office/officeart/2018/5/layout/CenteredIconLabelDescriptionList"/>
    <dgm:cxn modelId="{B29495B5-148A-4E51-917F-A08D2484EFD3}" type="presOf" srcId="{BE2C0809-46A5-45C8-A800-254353A37C92}" destId="{B4C8C077-15B0-4AE6-8A02-EFDE4D5D8C97}" srcOrd="0" destOrd="2" presId="urn:microsoft.com/office/officeart/2018/5/layout/CenteredIconLabelDescriptionList"/>
    <dgm:cxn modelId="{FC37D5B8-DD7C-4D7E-AC51-65619EFCC22F}" srcId="{8D937701-D8CB-4529-AD1D-B85723A5A8E8}" destId="{DE9E7BC9-6291-4C80-BE30-29F0CDB6CA1A}" srcOrd="0" destOrd="0" parTransId="{31FEC218-953F-4C57-98D1-C8558BA3C1E4}" sibTransId="{2F84C837-A142-47F5-9F84-8AE39873B6D3}"/>
    <dgm:cxn modelId="{FBF623B9-209E-42C6-9E7D-0B4C5CFC88DB}" srcId="{36863218-82A3-4A6A-A7CE-1013D442C477}" destId="{AB0C8CE7-7167-4FD8-BFF1-EB45CA10A036}" srcOrd="1" destOrd="0" parTransId="{333D6AEB-ACD9-4260-BE8A-E8F1047046EB}" sibTransId="{1B5AA782-90B0-4143-B867-A9155ED46405}"/>
    <dgm:cxn modelId="{5700C4BA-5658-471A-A7D4-840D9B34FD6D}" srcId="{5FACB6AC-A79E-4D88-9554-B1BF20BA3D86}" destId="{BE2C0809-46A5-45C8-A800-254353A37C92}" srcOrd="2" destOrd="0" parTransId="{A4DA0F42-1F3A-4E3E-A172-39F2509AC9DF}" sibTransId="{2888E6AF-9DB1-4E7C-9E8F-B8ED6C24F490}"/>
    <dgm:cxn modelId="{ECCB9FC5-AE6D-4B03-878F-843D7AB2E5BC}" srcId="{AB0C8CE7-7167-4FD8-BFF1-EB45CA10A036}" destId="{2AE2D9BA-65C8-4A0C-8E6C-84D5FE4409B7}" srcOrd="1" destOrd="0" parTransId="{C72C6A2C-2807-4857-B7E6-1E47C4D0913D}" sibTransId="{2C71FFB3-F4A9-43AD-9349-86179CE54E4C}"/>
    <dgm:cxn modelId="{DDF1EBED-080D-4F7E-B1E0-2D7D702FC9CD}" srcId="{8D937701-D8CB-4529-AD1D-B85723A5A8E8}" destId="{A7B56A3F-4BAB-4FB9-90C0-0968932C5A44}" srcOrd="1" destOrd="0" parTransId="{0DF6EE1C-EEF2-4F69-8507-2C562AD6D89F}" sibTransId="{4FAE19F3-9C1D-4E49-8306-46CA68D626BD}"/>
    <dgm:cxn modelId="{5161DDF1-8EC1-42B2-B223-7FE86D9632FE}" type="presOf" srcId="{EE80F2B4-7B09-4AB3-A3B7-47E4DE13C25F}" destId="{B4C8C077-15B0-4AE6-8A02-EFDE4D5D8C97}" srcOrd="0" destOrd="1" presId="urn:microsoft.com/office/officeart/2018/5/layout/CenteredIconLabelDescriptionList"/>
    <dgm:cxn modelId="{BA8FFFF1-3DB8-46CE-AF60-CD34D7857EBF}" type="presOf" srcId="{F551CDF7-05A7-427E-80BB-EB9F768CF768}" destId="{6E8A4525-EEBD-4297-A0E2-A82E993FFB6C}" srcOrd="0" destOrd="2" presId="urn:microsoft.com/office/officeart/2018/5/layout/CenteredIconLabelDescriptionList"/>
    <dgm:cxn modelId="{72E35C44-9802-40DA-B246-77334D8479A3}" type="presParOf" srcId="{A918B19D-D94C-43C0-A004-EEF62D609643}" destId="{848DED6E-A9D9-4233-8003-CD0CAF74AA2C}" srcOrd="0" destOrd="0" presId="urn:microsoft.com/office/officeart/2018/5/layout/CenteredIconLabelDescriptionList"/>
    <dgm:cxn modelId="{F5E66C72-7DBE-446D-93BD-1986979B66BE}" type="presParOf" srcId="{848DED6E-A9D9-4233-8003-CD0CAF74AA2C}" destId="{20CF8812-B803-4F4C-B554-AC0C7060C0ED}" srcOrd="0" destOrd="0" presId="urn:microsoft.com/office/officeart/2018/5/layout/CenteredIconLabelDescriptionList"/>
    <dgm:cxn modelId="{4F27C8CC-4999-4406-951B-C10940F291AE}" type="presParOf" srcId="{848DED6E-A9D9-4233-8003-CD0CAF74AA2C}" destId="{B25A89AB-AA76-4037-8FAC-C8E26831753B}" srcOrd="1" destOrd="0" presId="urn:microsoft.com/office/officeart/2018/5/layout/CenteredIconLabelDescriptionList"/>
    <dgm:cxn modelId="{67F58CA3-9A0E-4D47-B202-76596C3C0E97}" type="presParOf" srcId="{848DED6E-A9D9-4233-8003-CD0CAF74AA2C}" destId="{E289472F-64A7-4E95-81CF-8026C79AF7C3}" srcOrd="2" destOrd="0" presId="urn:microsoft.com/office/officeart/2018/5/layout/CenteredIconLabelDescriptionList"/>
    <dgm:cxn modelId="{9F6928BF-E846-4AC0-A264-A142ABC2D7F7}" type="presParOf" srcId="{848DED6E-A9D9-4233-8003-CD0CAF74AA2C}" destId="{EA48F736-EC4F-4045-B537-4B89C157E27D}" srcOrd="3" destOrd="0" presId="urn:microsoft.com/office/officeart/2018/5/layout/CenteredIconLabelDescriptionList"/>
    <dgm:cxn modelId="{75860901-28BC-4E48-9898-70D517B758B3}" type="presParOf" srcId="{848DED6E-A9D9-4233-8003-CD0CAF74AA2C}" destId="{6E8A4525-EEBD-4297-A0E2-A82E993FFB6C}" srcOrd="4" destOrd="0" presId="urn:microsoft.com/office/officeart/2018/5/layout/CenteredIconLabelDescriptionList"/>
    <dgm:cxn modelId="{F8976E1E-DF62-47AA-BC39-0A8542ECABB1}" type="presParOf" srcId="{A918B19D-D94C-43C0-A004-EEF62D609643}" destId="{C5D93047-F92C-4362-A9D9-E118444AAC4C}" srcOrd="1" destOrd="0" presId="urn:microsoft.com/office/officeart/2018/5/layout/CenteredIconLabelDescriptionList"/>
    <dgm:cxn modelId="{45FF7F3B-BD7A-4113-9813-C83B426A78EF}" type="presParOf" srcId="{A918B19D-D94C-43C0-A004-EEF62D609643}" destId="{FD3E67F0-99ED-443F-BF2E-EB4F8759C3F8}" srcOrd="2" destOrd="0" presId="urn:microsoft.com/office/officeart/2018/5/layout/CenteredIconLabelDescriptionList"/>
    <dgm:cxn modelId="{3817B5A9-F431-4D83-993B-73FDE806F042}" type="presParOf" srcId="{FD3E67F0-99ED-443F-BF2E-EB4F8759C3F8}" destId="{2770A52A-E875-4ADF-8C45-ADD521CD4F33}" srcOrd="0" destOrd="0" presId="urn:microsoft.com/office/officeart/2018/5/layout/CenteredIconLabelDescriptionList"/>
    <dgm:cxn modelId="{9F46BAF0-2A2A-4D7E-B64F-230313B256F4}" type="presParOf" srcId="{FD3E67F0-99ED-443F-BF2E-EB4F8759C3F8}" destId="{38DADC31-4A12-42CD-9F1E-6E70D874DCE2}" srcOrd="1" destOrd="0" presId="urn:microsoft.com/office/officeart/2018/5/layout/CenteredIconLabelDescriptionList"/>
    <dgm:cxn modelId="{9CF07C55-94D9-4831-8097-914C0F5BE803}" type="presParOf" srcId="{FD3E67F0-99ED-443F-BF2E-EB4F8759C3F8}" destId="{F1E4FD84-930F-4155-9AE9-8359A0F4999D}" srcOrd="2" destOrd="0" presId="urn:microsoft.com/office/officeart/2018/5/layout/CenteredIconLabelDescriptionList"/>
    <dgm:cxn modelId="{C48164E7-E04C-4B3F-B224-E3BC879D0FD6}" type="presParOf" srcId="{FD3E67F0-99ED-443F-BF2E-EB4F8759C3F8}" destId="{164AA931-106E-40A8-933D-49760472CC71}" srcOrd="3" destOrd="0" presId="urn:microsoft.com/office/officeart/2018/5/layout/CenteredIconLabelDescriptionList"/>
    <dgm:cxn modelId="{5BC82D78-AA31-4936-A789-9D1C7B6C6FE8}" type="presParOf" srcId="{FD3E67F0-99ED-443F-BF2E-EB4F8759C3F8}" destId="{194974AC-69CD-4737-9F39-9C296D28BC34}" srcOrd="4" destOrd="0" presId="urn:microsoft.com/office/officeart/2018/5/layout/CenteredIconLabelDescriptionList"/>
    <dgm:cxn modelId="{D5864EBD-017A-4A20-8EC2-BE188235EB58}" type="presParOf" srcId="{A918B19D-D94C-43C0-A004-EEF62D609643}" destId="{F5442E95-6167-4FD2-8A7F-F9DDC9057B11}" srcOrd="3" destOrd="0" presId="urn:microsoft.com/office/officeart/2018/5/layout/CenteredIconLabelDescriptionList"/>
    <dgm:cxn modelId="{E852ACE7-8D9D-47F8-8F81-06933401B4EA}" type="presParOf" srcId="{A918B19D-D94C-43C0-A004-EEF62D609643}" destId="{128F78B1-BEE2-49DF-BCD6-83FBE6D451B5}" srcOrd="4" destOrd="0" presId="urn:microsoft.com/office/officeart/2018/5/layout/CenteredIconLabelDescriptionList"/>
    <dgm:cxn modelId="{94C1A19A-C35C-452F-BC67-4100EDA06E6C}" type="presParOf" srcId="{128F78B1-BEE2-49DF-BCD6-83FBE6D451B5}" destId="{5C1A0744-64A6-4397-AB0F-474E624DFDFF}" srcOrd="0" destOrd="0" presId="urn:microsoft.com/office/officeart/2018/5/layout/CenteredIconLabelDescriptionList"/>
    <dgm:cxn modelId="{F82943FA-4B8B-4454-86DB-E580C321EE4F}" type="presParOf" srcId="{128F78B1-BEE2-49DF-BCD6-83FBE6D451B5}" destId="{84E37A8F-269C-4927-A7F3-BCA780A5C18D}" srcOrd="1" destOrd="0" presId="urn:microsoft.com/office/officeart/2018/5/layout/CenteredIconLabelDescriptionList"/>
    <dgm:cxn modelId="{2A3319BA-A26D-4498-A4D4-954C58D09A16}" type="presParOf" srcId="{128F78B1-BEE2-49DF-BCD6-83FBE6D451B5}" destId="{431FE78D-2A48-48DD-BCA2-9E2F74662ECD}" srcOrd="2" destOrd="0" presId="urn:microsoft.com/office/officeart/2018/5/layout/CenteredIconLabelDescriptionList"/>
    <dgm:cxn modelId="{B58E3CF5-3E3C-40D2-A1A3-FEE0C435253A}" type="presParOf" srcId="{128F78B1-BEE2-49DF-BCD6-83FBE6D451B5}" destId="{3ADA7D42-078B-4694-B646-A69D732C59DF}" srcOrd="3" destOrd="0" presId="urn:microsoft.com/office/officeart/2018/5/layout/CenteredIconLabelDescriptionList"/>
    <dgm:cxn modelId="{799DD21A-B282-4654-8411-D8A3389CC41E}" type="presParOf" srcId="{128F78B1-BEE2-49DF-BCD6-83FBE6D451B5}" destId="{B4C8C077-15B0-4AE6-8A02-EFDE4D5D8C9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B3283-54D5-41AF-8969-049313EEC67E}">
      <dsp:nvSpPr>
        <dsp:cNvPr id="0" name=""/>
        <dsp:cNvSpPr/>
      </dsp:nvSpPr>
      <dsp:spPr>
        <a:xfrm>
          <a:off x="2015949" y="541"/>
          <a:ext cx="1875740" cy="6336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>
              <a:latin typeface="Bierstadt"/>
            </a:rPr>
            <a:t> Dataset</a:t>
          </a:r>
          <a:endParaRPr lang="fi-FI" sz="1800" kern="1200"/>
        </a:p>
      </dsp:txBody>
      <dsp:txXfrm>
        <a:off x="2034508" y="19100"/>
        <a:ext cx="1838622" cy="596544"/>
      </dsp:txXfrm>
    </dsp:sp>
    <dsp:sp modelId="{8CB3BFFD-AAFB-4E55-812F-023CA73FBE08}">
      <dsp:nvSpPr>
        <dsp:cNvPr id="0" name=""/>
        <dsp:cNvSpPr/>
      </dsp:nvSpPr>
      <dsp:spPr>
        <a:xfrm rot="5400000">
          <a:off x="2835008" y="650045"/>
          <a:ext cx="237623" cy="2851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-5400000">
        <a:off x="2868276" y="673808"/>
        <a:ext cx="171088" cy="166336"/>
      </dsp:txXfrm>
    </dsp:sp>
    <dsp:sp modelId="{729204E3-7F8E-4423-B7FB-B77366C3B52A}">
      <dsp:nvSpPr>
        <dsp:cNvPr id="0" name=""/>
        <dsp:cNvSpPr/>
      </dsp:nvSpPr>
      <dsp:spPr>
        <a:xfrm>
          <a:off x="2015949" y="951035"/>
          <a:ext cx="1875740" cy="6336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>
              <a:latin typeface="Bierstadt"/>
            </a:rPr>
            <a:t> Data </a:t>
          </a:r>
          <a:r>
            <a:rPr lang="fi-FI" sz="1800" kern="1200" err="1">
              <a:latin typeface="Bierstadt"/>
            </a:rPr>
            <a:t>analysis</a:t>
          </a:r>
          <a:endParaRPr lang="fi-FI" sz="1800" kern="1200">
            <a:latin typeface="Bierstadt"/>
          </a:endParaRPr>
        </a:p>
      </dsp:txBody>
      <dsp:txXfrm>
        <a:off x="2034508" y="969594"/>
        <a:ext cx="1838622" cy="596544"/>
      </dsp:txXfrm>
    </dsp:sp>
    <dsp:sp modelId="{2E186B9C-7B48-43C4-9EAB-FAB2199436CD}">
      <dsp:nvSpPr>
        <dsp:cNvPr id="0" name=""/>
        <dsp:cNvSpPr/>
      </dsp:nvSpPr>
      <dsp:spPr>
        <a:xfrm rot="5400000">
          <a:off x="2835008" y="1600540"/>
          <a:ext cx="237623" cy="2851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-5400000">
        <a:off x="2868276" y="1624303"/>
        <a:ext cx="171088" cy="166336"/>
      </dsp:txXfrm>
    </dsp:sp>
    <dsp:sp modelId="{792AD5E0-681D-40B6-A4DF-193B0099A95F}">
      <dsp:nvSpPr>
        <dsp:cNvPr id="0" name=""/>
        <dsp:cNvSpPr/>
      </dsp:nvSpPr>
      <dsp:spPr>
        <a:xfrm>
          <a:off x="2015949" y="1901530"/>
          <a:ext cx="1875740" cy="6336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>
              <a:latin typeface="Bierstadt"/>
            </a:rPr>
            <a:t>Machine learning</a:t>
          </a:r>
          <a:endParaRPr lang="fi-FI" sz="1800" kern="1200"/>
        </a:p>
      </dsp:txBody>
      <dsp:txXfrm>
        <a:off x="2034508" y="1920089"/>
        <a:ext cx="1838622" cy="596544"/>
      </dsp:txXfrm>
    </dsp:sp>
    <dsp:sp modelId="{05F89655-C91A-4C92-8B8E-2F2D5B649BF9}">
      <dsp:nvSpPr>
        <dsp:cNvPr id="0" name=""/>
        <dsp:cNvSpPr/>
      </dsp:nvSpPr>
      <dsp:spPr>
        <a:xfrm rot="5400000">
          <a:off x="2835008" y="2551034"/>
          <a:ext cx="237623" cy="2851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-5400000">
        <a:off x="2868276" y="2574797"/>
        <a:ext cx="171088" cy="166336"/>
      </dsp:txXfrm>
    </dsp:sp>
    <dsp:sp modelId="{CF3A5598-19A2-4B69-8272-9E921E76AFD3}">
      <dsp:nvSpPr>
        <dsp:cNvPr id="0" name=""/>
        <dsp:cNvSpPr/>
      </dsp:nvSpPr>
      <dsp:spPr>
        <a:xfrm>
          <a:off x="2015949" y="2852024"/>
          <a:ext cx="1875740" cy="6336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 err="1">
              <a:latin typeface="Bierstadt"/>
            </a:rPr>
            <a:t>Insights</a:t>
          </a:r>
          <a:endParaRPr lang="fi-FI" sz="1800" kern="1200">
            <a:latin typeface="Bierstadt"/>
          </a:endParaRPr>
        </a:p>
      </dsp:txBody>
      <dsp:txXfrm>
        <a:off x="2034508" y="2870583"/>
        <a:ext cx="1838622" cy="596544"/>
      </dsp:txXfrm>
    </dsp:sp>
    <dsp:sp modelId="{2EE081E5-0D71-4D29-BDC8-29443F05FF7C}">
      <dsp:nvSpPr>
        <dsp:cNvPr id="0" name=""/>
        <dsp:cNvSpPr/>
      </dsp:nvSpPr>
      <dsp:spPr>
        <a:xfrm rot="5400000">
          <a:off x="2835008" y="3501528"/>
          <a:ext cx="237623" cy="2851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 rot="-5400000">
        <a:off x="2868276" y="3525291"/>
        <a:ext cx="171088" cy="166336"/>
      </dsp:txXfrm>
    </dsp:sp>
    <dsp:sp modelId="{445EAB56-D6E2-402B-BDB5-EEF0C27F6585}">
      <dsp:nvSpPr>
        <dsp:cNvPr id="0" name=""/>
        <dsp:cNvSpPr/>
      </dsp:nvSpPr>
      <dsp:spPr>
        <a:xfrm>
          <a:off x="2015949" y="3802518"/>
          <a:ext cx="1875740" cy="63366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800" kern="1200">
              <a:latin typeface="Bierstadt"/>
            </a:rPr>
            <a:t>Business impact</a:t>
          </a:r>
          <a:endParaRPr lang="fi-FI" sz="1800" kern="1200"/>
        </a:p>
      </dsp:txBody>
      <dsp:txXfrm>
        <a:off x="2034508" y="3821077"/>
        <a:ext cx="1838622" cy="5965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E4E50-7530-4D1F-9FE1-6C93E2CC15BB}">
      <dsp:nvSpPr>
        <dsp:cNvPr id="0" name=""/>
        <dsp:cNvSpPr/>
      </dsp:nvSpPr>
      <dsp:spPr>
        <a:xfrm>
          <a:off x="1395193" y="494"/>
          <a:ext cx="1662264" cy="57876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Bierstadt"/>
            </a:rPr>
            <a:t>Select data</a:t>
          </a:r>
          <a:endParaRPr lang="en-GB" sz="1800" kern="1200"/>
        </a:p>
      </dsp:txBody>
      <dsp:txXfrm>
        <a:off x="1412145" y="17446"/>
        <a:ext cx="1628360" cy="544864"/>
      </dsp:txXfrm>
    </dsp:sp>
    <dsp:sp modelId="{EC4FB9A2-EFC1-4697-B773-23D570E8433D}">
      <dsp:nvSpPr>
        <dsp:cNvPr id="0" name=""/>
        <dsp:cNvSpPr/>
      </dsp:nvSpPr>
      <dsp:spPr>
        <a:xfrm rot="5400000">
          <a:off x="2117806" y="593732"/>
          <a:ext cx="217038" cy="26044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2148192" y="615436"/>
        <a:ext cx="156267" cy="151927"/>
      </dsp:txXfrm>
    </dsp:sp>
    <dsp:sp modelId="{AABFBEB2-D888-47C1-A6EC-DEFEB2A30B23}">
      <dsp:nvSpPr>
        <dsp:cNvPr id="0" name=""/>
        <dsp:cNvSpPr/>
      </dsp:nvSpPr>
      <dsp:spPr>
        <a:xfrm>
          <a:off x="1395193" y="868647"/>
          <a:ext cx="1662264" cy="57876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Bierstadt"/>
            </a:rPr>
            <a:t>Clean data</a:t>
          </a:r>
          <a:endParaRPr lang="en-GB" sz="1800" kern="1200"/>
        </a:p>
      </dsp:txBody>
      <dsp:txXfrm>
        <a:off x="1412145" y="885599"/>
        <a:ext cx="1628360" cy="544864"/>
      </dsp:txXfrm>
    </dsp:sp>
    <dsp:sp modelId="{8CA6E3B2-77AE-4B23-80A4-DF4B6FA836DB}">
      <dsp:nvSpPr>
        <dsp:cNvPr id="0" name=""/>
        <dsp:cNvSpPr/>
      </dsp:nvSpPr>
      <dsp:spPr>
        <a:xfrm rot="5400000">
          <a:off x="2117806" y="1461885"/>
          <a:ext cx="217038" cy="26044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2148192" y="1483589"/>
        <a:ext cx="156267" cy="151927"/>
      </dsp:txXfrm>
    </dsp:sp>
    <dsp:sp modelId="{A587C3E2-702D-4BC2-8078-BFB6205C6EB6}">
      <dsp:nvSpPr>
        <dsp:cNvPr id="0" name=""/>
        <dsp:cNvSpPr/>
      </dsp:nvSpPr>
      <dsp:spPr>
        <a:xfrm>
          <a:off x="1395193" y="1736801"/>
          <a:ext cx="1662264" cy="57876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Bierstadt"/>
            </a:rPr>
            <a:t>Construct data</a:t>
          </a:r>
          <a:endParaRPr lang="en-GB" sz="1800" kern="1200"/>
        </a:p>
      </dsp:txBody>
      <dsp:txXfrm>
        <a:off x="1412145" y="1753753"/>
        <a:ext cx="1628360" cy="544864"/>
      </dsp:txXfrm>
    </dsp:sp>
    <dsp:sp modelId="{3E0DFAAD-60CB-45F9-8C50-B721A692B93A}">
      <dsp:nvSpPr>
        <dsp:cNvPr id="0" name=""/>
        <dsp:cNvSpPr/>
      </dsp:nvSpPr>
      <dsp:spPr>
        <a:xfrm rot="5400000">
          <a:off x="2117806" y="2330039"/>
          <a:ext cx="217038" cy="26044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2148192" y="2351743"/>
        <a:ext cx="156267" cy="151927"/>
      </dsp:txXfrm>
    </dsp:sp>
    <dsp:sp modelId="{8DA2BDF5-BD0B-4A17-8FE2-DF07746DA95B}">
      <dsp:nvSpPr>
        <dsp:cNvPr id="0" name=""/>
        <dsp:cNvSpPr/>
      </dsp:nvSpPr>
      <dsp:spPr>
        <a:xfrm>
          <a:off x="1395193" y="2604954"/>
          <a:ext cx="1662264" cy="57876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Bierstadt"/>
            </a:rPr>
            <a:t>Integrate data</a:t>
          </a:r>
        </a:p>
      </dsp:txBody>
      <dsp:txXfrm>
        <a:off x="1412145" y="2621906"/>
        <a:ext cx="1628360" cy="544864"/>
      </dsp:txXfrm>
    </dsp:sp>
    <dsp:sp modelId="{F7DAB948-A9BF-4897-806B-C504785FDD1E}">
      <dsp:nvSpPr>
        <dsp:cNvPr id="0" name=""/>
        <dsp:cNvSpPr/>
      </dsp:nvSpPr>
      <dsp:spPr>
        <a:xfrm rot="5400000">
          <a:off x="2117806" y="3198192"/>
          <a:ext cx="217038" cy="26044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2148192" y="3219896"/>
        <a:ext cx="156267" cy="151927"/>
      </dsp:txXfrm>
    </dsp:sp>
    <dsp:sp modelId="{4E67BA51-A3C6-4A37-AA70-60F3C81392F1}">
      <dsp:nvSpPr>
        <dsp:cNvPr id="0" name=""/>
        <dsp:cNvSpPr/>
      </dsp:nvSpPr>
      <dsp:spPr>
        <a:xfrm>
          <a:off x="1395193" y="3473107"/>
          <a:ext cx="1662264" cy="57876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Bierstadt"/>
            </a:rPr>
            <a:t>Format data</a:t>
          </a:r>
        </a:p>
      </dsp:txBody>
      <dsp:txXfrm>
        <a:off x="1412145" y="3490059"/>
        <a:ext cx="1628360" cy="5448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F8812-B803-4F4C-B554-AC0C7060C0ED}">
      <dsp:nvSpPr>
        <dsp:cNvPr id="0" name=""/>
        <dsp:cNvSpPr/>
      </dsp:nvSpPr>
      <dsp:spPr>
        <a:xfrm>
          <a:off x="1084873" y="286030"/>
          <a:ext cx="1165007" cy="11650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9472F-64A7-4E95-81CF-8026C79AF7C3}">
      <dsp:nvSpPr>
        <dsp:cNvPr id="0" name=""/>
        <dsp:cNvSpPr/>
      </dsp:nvSpPr>
      <dsp:spPr>
        <a:xfrm>
          <a:off x="3080" y="1588426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i-FI" sz="2700" kern="1200"/>
            <a:t>Phase 4 Modeling</a:t>
          </a:r>
          <a:endParaRPr lang="en-US" sz="2700" kern="1200"/>
        </a:p>
      </dsp:txBody>
      <dsp:txXfrm>
        <a:off x="3080" y="1588426"/>
        <a:ext cx="3328593" cy="499289"/>
      </dsp:txXfrm>
    </dsp:sp>
    <dsp:sp modelId="{6E8A4525-EEBD-4297-A0E2-A82E993FFB6C}">
      <dsp:nvSpPr>
        <dsp:cNvPr id="0" name=""/>
        <dsp:cNvSpPr/>
      </dsp:nvSpPr>
      <dsp:spPr>
        <a:xfrm>
          <a:off x="3080" y="2151617"/>
          <a:ext cx="3328593" cy="132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Build model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Evaluate the results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Test model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Visualize results</a:t>
          </a:r>
          <a:endParaRPr lang="en-US" sz="1700" kern="1200"/>
        </a:p>
      </dsp:txBody>
      <dsp:txXfrm>
        <a:off x="3080" y="2151617"/>
        <a:ext cx="3328593" cy="1329490"/>
      </dsp:txXfrm>
    </dsp:sp>
    <dsp:sp modelId="{2770A52A-E875-4ADF-8C45-ADD521CD4F33}">
      <dsp:nvSpPr>
        <dsp:cNvPr id="0" name=""/>
        <dsp:cNvSpPr/>
      </dsp:nvSpPr>
      <dsp:spPr>
        <a:xfrm>
          <a:off x="4995971" y="286030"/>
          <a:ext cx="1165007" cy="11650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4FD84-930F-4155-9AE9-8359A0F4999D}">
      <dsp:nvSpPr>
        <dsp:cNvPr id="0" name=""/>
        <dsp:cNvSpPr/>
      </dsp:nvSpPr>
      <dsp:spPr>
        <a:xfrm>
          <a:off x="3914178" y="1588426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i-FI" sz="2700" kern="1200"/>
            <a:t>Phase 5 Evaluation</a:t>
          </a:r>
          <a:endParaRPr lang="en-US" sz="2700" kern="1200"/>
        </a:p>
      </dsp:txBody>
      <dsp:txXfrm>
        <a:off x="3914178" y="1588426"/>
        <a:ext cx="3328593" cy="499289"/>
      </dsp:txXfrm>
    </dsp:sp>
    <dsp:sp modelId="{194974AC-69CD-4737-9F39-9C296D28BC34}">
      <dsp:nvSpPr>
        <dsp:cNvPr id="0" name=""/>
        <dsp:cNvSpPr/>
      </dsp:nvSpPr>
      <dsp:spPr>
        <a:xfrm>
          <a:off x="3914178" y="2151617"/>
          <a:ext cx="3328593" cy="132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Evaluate obtained results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Analyze the results of the model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Review process</a:t>
          </a:r>
          <a:endParaRPr lang="en-US" sz="1700" kern="1200"/>
        </a:p>
      </dsp:txBody>
      <dsp:txXfrm>
        <a:off x="3914178" y="2151617"/>
        <a:ext cx="3328593" cy="1329490"/>
      </dsp:txXfrm>
    </dsp:sp>
    <dsp:sp modelId="{5C1A0744-64A6-4397-AB0F-474E624DFDFF}">
      <dsp:nvSpPr>
        <dsp:cNvPr id="0" name=""/>
        <dsp:cNvSpPr/>
      </dsp:nvSpPr>
      <dsp:spPr>
        <a:xfrm>
          <a:off x="8907068" y="286030"/>
          <a:ext cx="1165007" cy="11650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FE78D-2A48-48DD-BCA2-9E2F74662ECD}">
      <dsp:nvSpPr>
        <dsp:cNvPr id="0" name=""/>
        <dsp:cNvSpPr/>
      </dsp:nvSpPr>
      <dsp:spPr>
        <a:xfrm>
          <a:off x="7825275" y="1588426"/>
          <a:ext cx="3328593" cy="49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i-FI" sz="2700" kern="1200"/>
            <a:t>Phase 6 Deployment</a:t>
          </a:r>
          <a:endParaRPr lang="en-US" sz="2700" kern="1200"/>
        </a:p>
      </dsp:txBody>
      <dsp:txXfrm>
        <a:off x="7825275" y="1588426"/>
        <a:ext cx="3328593" cy="499289"/>
      </dsp:txXfrm>
    </dsp:sp>
    <dsp:sp modelId="{B4C8C077-15B0-4AE6-8A02-EFDE4D5D8C97}">
      <dsp:nvSpPr>
        <dsp:cNvPr id="0" name=""/>
        <dsp:cNvSpPr/>
      </dsp:nvSpPr>
      <dsp:spPr>
        <a:xfrm>
          <a:off x="7825275" y="2151617"/>
          <a:ext cx="3328593" cy="132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Implement deployment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Plan maintenance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700" kern="1200"/>
            <a:t>Produce a final report</a:t>
          </a:r>
          <a:endParaRPr lang="en-US" sz="1700" kern="1200"/>
        </a:p>
      </dsp:txBody>
      <dsp:txXfrm>
        <a:off x="7825275" y="2151617"/>
        <a:ext cx="3328593" cy="1329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9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0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3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6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0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8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4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0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8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9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gitlab.labranet.jamk.fi/AE8891/aida-project-template-2025-2026-group-3/-/tree/master?ref_type=heads" TargetMode="External"/><Relationship Id="rId7" Type="http://schemas.openxmlformats.org/officeDocument/2006/relationships/diagramColors" Target="../diagrams/colors1.xml"/><Relationship Id="rId2" Type="http://schemas.openxmlformats.org/officeDocument/2006/relationships/hyperlink" Target="https://www.kaggle.com/datasets/ananaymital/us-used-cars-dataset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 descr="Valkoinen rakenne">
            <a:extLst>
              <a:ext uri="{FF2B5EF4-FFF2-40B4-BE49-F238E27FC236}">
                <a16:creationId xmlns:a16="http://schemas.microsoft.com/office/drawing/2014/main" id="{84EB4D19-43F0-D929-E2A4-3B8750CEE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4223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843114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i-FI" sz="4200">
                <a:solidFill>
                  <a:srgbClr val="FFFFFF"/>
                </a:solidFill>
              </a:rPr>
              <a:t>AI/DA -project TTC8070-3009</a:t>
            </a:r>
            <a:br>
              <a:rPr lang="fi-FI" sz="4200">
                <a:solidFill>
                  <a:srgbClr val="FFFFFF"/>
                </a:solidFill>
              </a:rPr>
            </a:br>
            <a:r>
              <a:rPr lang="fi-FI" sz="4200">
                <a:solidFill>
                  <a:srgbClr val="FFFFFF"/>
                </a:solidFill>
              </a:rPr>
              <a:t>Topic 1: Cars Dataset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fi-FI">
                <a:solidFill>
                  <a:srgbClr val="FFFFFF"/>
                </a:solidFill>
              </a:rPr>
              <a:t>Group 3:</a:t>
            </a:r>
          </a:p>
          <a:p>
            <a:r>
              <a:rPr lang="fi-FI">
                <a:solidFill>
                  <a:srgbClr val="FFFFFF"/>
                </a:solidFill>
              </a:rPr>
              <a:t>Alex </a:t>
            </a:r>
            <a:r>
              <a:rPr lang="fi-FI" err="1">
                <a:solidFill>
                  <a:srgbClr val="FFFFFF"/>
                </a:solidFill>
              </a:rPr>
              <a:t>Fisk</a:t>
            </a:r>
            <a:r>
              <a:rPr lang="fi-FI">
                <a:solidFill>
                  <a:srgbClr val="FFFFFF"/>
                </a:solidFill>
              </a:rPr>
              <a:t>, Eemeli Virkkala, Henri Malmberg &amp; Jemina Lamberg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582A9FF-EF15-7757-DB1E-D00D778B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Project </a:t>
            </a:r>
            <a:r>
              <a:rPr lang="fi-FI" err="1"/>
              <a:t>overview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19D96FA-3668-E40F-E069-A75F5AD7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9350"/>
            <a:ext cx="5068243" cy="4426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>
                <a:ea typeface="+mn-lt"/>
                <a:cs typeface="+mn-lt"/>
              </a:rPr>
              <a:t>Dataset: </a:t>
            </a:r>
            <a:r>
              <a:rPr lang="fi-FI">
                <a:ea typeface="+mn-lt"/>
                <a:cs typeface="+mn-lt"/>
                <a:hlinkClick r:id="rId2"/>
              </a:rPr>
              <a:t>US used cars dataset</a:t>
            </a:r>
            <a:endParaRPr lang="fi-FI">
              <a:ea typeface="+mn-lt"/>
              <a:cs typeface="+mn-lt"/>
            </a:endParaRPr>
          </a:p>
          <a:p>
            <a:r>
              <a:rPr lang="fi-FI">
                <a:hlinkClick r:id="rId3"/>
              </a:rPr>
              <a:t>Gitlab</a:t>
            </a:r>
            <a:r>
              <a:rPr lang="fi-FI"/>
              <a:t> version </a:t>
            </a:r>
            <a:r>
              <a:rPr lang="fi-FI" err="1"/>
              <a:t>control</a:t>
            </a:r>
            <a:endParaRPr lang="fi-FI"/>
          </a:p>
          <a:p>
            <a:r>
              <a:rPr lang="fi-FI" err="1"/>
              <a:t>Phases</a:t>
            </a:r>
            <a:endParaRPr lang="fi-FI"/>
          </a:p>
          <a:p>
            <a:pPr lvl="1">
              <a:buFont typeface="Courier New" panose="020B0604020202020204" pitchFamily="34" charset="0"/>
              <a:buChar char="o"/>
            </a:pPr>
            <a:r>
              <a:rPr lang="fi-FI" b="1" err="1"/>
              <a:t>Phase</a:t>
            </a:r>
            <a:r>
              <a:rPr lang="fi-FI" b="1"/>
              <a:t> 1 Business </a:t>
            </a:r>
            <a:r>
              <a:rPr lang="fi-FI" b="1" err="1"/>
              <a:t>Understanding</a:t>
            </a:r>
            <a:endParaRPr lang="fi-FI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fi-FI" b="1" err="1"/>
              <a:t>Phase</a:t>
            </a:r>
            <a:r>
              <a:rPr lang="fi-FI" b="1"/>
              <a:t> 2 Data </a:t>
            </a:r>
            <a:r>
              <a:rPr lang="fi-FI" b="1" err="1"/>
              <a:t>Understanding</a:t>
            </a:r>
            <a:endParaRPr lang="fi-FI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fi-FI" b="1" err="1"/>
              <a:t>Phase</a:t>
            </a:r>
            <a:r>
              <a:rPr lang="fi-FI" b="1"/>
              <a:t> 3 Data </a:t>
            </a:r>
            <a:r>
              <a:rPr lang="fi-FI" b="1" err="1"/>
              <a:t>Preparation</a:t>
            </a:r>
            <a:endParaRPr lang="fi-FI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fi-FI" err="1"/>
              <a:t>Phases</a:t>
            </a:r>
            <a:r>
              <a:rPr lang="fi-FI"/>
              <a:t> 4-6 </a:t>
            </a:r>
            <a:r>
              <a:rPr lang="fi-FI" err="1"/>
              <a:t>after</a:t>
            </a:r>
            <a:r>
              <a:rPr lang="fi-FI"/>
              <a:t> </a:t>
            </a:r>
            <a:r>
              <a:rPr lang="fi-FI" err="1"/>
              <a:t>interim</a:t>
            </a:r>
            <a:r>
              <a:rPr lang="fi-FI"/>
              <a:t> </a:t>
            </a:r>
            <a:r>
              <a:rPr lang="fi-FI" err="1"/>
              <a:t>seminar</a:t>
            </a:r>
            <a:endParaRPr lang="fi-FI"/>
          </a:p>
        </p:txBody>
      </p:sp>
      <p:graphicFrame>
        <p:nvGraphicFramePr>
          <p:cNvPr id="4" name="Kaaviokuva 3">
            <a:extLst>
              <a:ext uri="{FF2B5EF4-FFF2-40B4-BE49-F238E27FC236}">
                <a16:creationId xmlns:a16="http://schemas.microsoft.com/office/drawing/2014/main" id="{71C5B921-8ADC-CBC6-759C-1B00C5745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95030"/>
              </p:ext>
            </p:extLst>
          </p:nvPr>
        </p:nvGraphicFramePr>
        <p:xfrm>
          <a:off x="5268454" y="1441287"/>
          <a:ext cx="5907640" cy="4436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2860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59A35DC-8C51-75B2-B3D4-0B0834D3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Phase</a:t>
            </a:r>
            <a:r>
              <a:rPr lang="fi-FI"/>
              <a:t> 1 Business </a:t>
            </a:r>
            <a:r>
              <a:rPr lang="fi-FI" err="1"/>
              <a:t>Understanding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DDAEEFB5-2F1E-8BB8-B811-7B3D67FA1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2389" y="2193506"/>
            <a:ext cx="4395179" cy="658368"/>
          </a:xfrm>
        </p:spPr>
        <p:txBody>
          <a:bodyPr/>
          <a:lstStyle/>
          <a:p>
            <a:r>
              <a:rPr lang="fi-FI" b="1"/>
              <a:t>Business </a:t>
            </a:r>
            <a:r>
              <a:rPr lang="fi-FI" b="1" err="1"/>
              <a:t>objectives</a:t>
            </a:r>
            <a:endParaRPr lang="fi-FI" b="1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EC4C8BF-A3FB-C61D-805F-9830AE75D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188301"/>
            <a:ext cx="5166360" cy="36717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Client: U.S. </a:t>
            </a:r>
            <a:r>
              <a:rPr lang="fi-FI" err="1"/>
              <a:t>based</a:t>
            </a:r>
            <a:r>
              <a:rPr lang="fi-FI"/>
              <a:t> </a:t>
            </a:r>
            <a:r>
              <a:rPr lang="fi-FI" err="1"/>
              <a:t>car</a:t>
            </a:r>
            <a:r>
              <a:rPr lang="fi-FI"/>
              <a:t> </a:t>
            </a:r>
            <a:r>
              <a:rPr lang="fi-FI" err="1"/>
              <a:t>store</a:t>
            </a:r>
            <a:r>
              <a:rPr lang="fi-FI"/>
              <a:t> </a:t>
            </a:r>
            <a:r>
              <a:rPr lang="fi-FI" err="1"/>
              <a:t>chain</a:t>
            </a:r>
          </a:p>
          <a:p>
            <a:r>
              <a:rPr lang="fi-FI" err="1"/>
              <a:t>Goal</a:t>
            </a:r>
            <a:r>
              <a:rPr lang="fi-FI"/>
              <a:t>: </a:t>
            </a:r>
            <a:r>
              <a:rPr lang="fi-FI" err="1"/>
              <a:t>use</a:t>
            </a:r>
            <a:r>
              <a:rPr lang="fi-FI"/>
              <a:t> data </a:t>
            </a:r>
            <a:r>
              <a:rPr lang="fi-FI" err="1"/>
              <a:t>analytics</a:t>
            </a:r>
            <a:r>
              <a:rPr lang="fi-FI"/>
              <a:t> to </a:t>
            </a:r>
            <a:r>
              <a:rPr lang="fi-FI" err="1"/>
              <a:t>optimize</a:t>
            </a:r>
            <a:r>
              <a:rPr lang="fi-FI"/>
              <a:t> </a:t>
            </a:r>
            <a:r>
              <a:rPr lang="fi-FI" err="1"/>
              <a:t>pricing</a:t>
            </a:r>
            <a:r>
              <a:rPr lang="fi-FI"/>
              <a:t> and </a:t>
            </a:r>
            <a:r>
              <a:rPr lang="fi-FI" err="1"/>
              <a:t>sales</a:t>
            </a:r>
            <a:r>
              <a:rPr lang="fi-FI"/>
              <a:t> of </a:t>
            </a:r>
            <a:r>
              <a:rPr lang="fi-FI" err="1"/>
              <a:t>used</a:t>
            </a:r>
            <a:r>
              <a:rPr lang="fi-FI"/>
              <a:t> </a:t>
            </a:r>
            <a:r>
              <a:rPr lang="fi-FI" err="1"/>
              <a:t>cars</a:t>
            </a:r>
          </a:p>
          <a:p>
            <a:r>
              <a:rPr lang="fi-FI"/>
              <a:t>Focus: </a:t>
            </a:r>
            <a:r>
              <a:rPr lang="fi-FI" err="1"/>
              <a:t>identify</a:t>
            </a:r>
            <a:r>
              <a:rPr lang="fi-FI"/>
              <a:t> </a:t>
            </a:r>
            <a:r>
              <a:rPr lang="fi-FI" err="1"/>
              <a:t>features</a:t>
            </a:r>
            <a:r>
              <a:rPr lang="fi-FI"/>
              <a:t> </a:t>
            </a:r>
            <a:r>
              <a:rPr lang="fi-FI" err="1"/>
              <a:t>that</a:t>
            </a:r>
            <a:r>
              <a:rPr lang="fi-FI"/>
              <a:t> </a:t>
            </a:r>
            <a:r>
              <a:rPr lang="fi-FI" err="1"/>
              <a:t>affect</a:t>
            </a:r>
            <a:r>
              <a:rPr lang="fi-FI"/>
              <a:t> </a:t>
            </a:r>
            <a:r>
              <a:rPr lang="fi-FI" err="1"/>
              <a:t>car</a:t>
            </a:r>
            <a:r>
              <a:rPr lang="fi-FI"/>
              <a:t> </a:t>
            </a:r>
            <a:r>
              <a:rPr lang="fi-FI" err="1"/>
              <a:t>value</a:t>
            </a:r>
          </a:p>
          <a:p>
            <a:r>
              <a:rPr lang="fi-FI" err="1"/>
              <a:t>Outcome</a:t>
            </a:r>
            <a:r>
              <a:rPr lang="fi-FI"/>
              <a:t>: </a:t>
            </a:r>
            <a:r>
              <a:rPr lang="fi-FI" err="1"/>
              <a:t>improve</a:t>
            </a:r>
            <a:r>
              <a:rPr lang="fi-FI"/>
              <a:t> </a:t>
            </a:r>
            <a:r>
              <a:rPr lang="fi-FI" err="1"/>
              <a:t>purchasing</a:t>
            </a:r>
            <a:r>
              <a:rPr lang="fi-FI"/>
              <a:t> </a:t>
            </a:r>
            <a:r>
              <a:rPr lang="fi-FI" err="1"/>
              <a:t>decisions</a:t>
            </a:r>
            <a:r>
              <a:rPr lang="fi-FI"/>
              <a:t> and </a:t>
            </a:r>
            <a:r>
              <a:rPr lang="fi-FI" err="1"/>
              <a:t>support</a:t>
            </a:r>
            <a:r>
              <a:rPr lang="fi-FI"/>
              <a:t> </a:t>
            </a:r>
            <a:r>
              <a:rPr lang="fi-FI" err="1"/>
              <a:t>demand</a:t>
            </a:r>
            <a:r>
              <a:rPr lang="fi-FI"/>
              <a:t> </a:t>
            </a:r>
            <a:r>
              <a:rPr lang="fi-FI" err="1"/>
              <a:t>forecasting</a:t>
            </a:r>
            <a:r>
              <a:rPr lang="fi-FI"/>
              <a:t> -&gt; </a:t>
            </a:r>
            <a:r>
              <a:rPr lang="fi-FI" err="1"/>
              <a:t>improves</a:t>
            </a:r>
            <a:r>
              <a:rPr lang="fi-FI"/>
              <a:t> </a:t>
            </a:r>
            <a:r>
              <a:rPr lang="fi-FI" err="1"/>
              <a:t>customers</a:t>
            </a:r>
            <a:r>
              <a:rPr lang="fi-FI"/>
              <a:t> </a:t>
            </a:r>
            <a:r>
              <a:rPr lang="fi-FI" err="1"/>
              <a:t>profitability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D52D9ECD-67A7-62DB-E17C-B0F6A340A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00033" y="2211867"/>
            <a:ext cx="4385999" cy="658368"/>
          </a:xfrm>
        </p:spPr>
        <p:txBody>
          <a:bodyPr/>
          <a:lstStyle/>
          <a:p>
            <a:r>
              <a:rPr lang="fi-FI" b="1" err="1"/>
              <a:t>Current</a:t>
            </a:r>
            <a:r>
              <a:rPr lang="fi-FI" b="1"/>
              <a:t> </a:t>
            </a:r>
            <a:r>
              <a:rPr lang="fi-FI" b="1" err="1"/>
              <a:t>situation</a:t>
            </a:r>
            <a:endParaRPr lang="fi-FI" b="1"/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C1B1B61-1F81-F532-86A0-B5DC75860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188301"/>
            <a:ext cx="5166360" cy="36717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Dataset: </a:t>
            </a:r>
            <a:r>
              <a:rPr lang="fi-FI" err="1"/>
              <a:t>about</a:t>
            </a:r>
            <a:r>
              <a:rPr lang="fi-FI"/>
              <a:t> 3 </a:t>
            </a:r>
            <a:r>
              <a:rPr lang="fi-FI" err="1"/>
              <a:t>million</a:t>
            </a:r>
            <a:r>
              <a:rPr lang="fi-FI"/>
              <a:t> </a:t>
            </a:r>
            <a:r>
              <a:rPr lang="fi-FI" err="1"/>
              <a:t>used</a:t>
            </a:r>
            <a:r>
              <a:rPr lang="fi-FI"/>
              <a:t> </a:t>
            </a:r>
            <a:r>
              <a:rPr lang="fi-FI" err="1"/>
              <a:t>car</a:t>
            </a:r>
            <a:r>
              <a:rPr lang="fi-FI"/>
              <a:t> </a:t>
            </a:r>
            <a:r>
              <a:rPr lang="fi-FI" err="1"/>
              <a:t>listings</a:t>
            </a:r>
            <a:r>
              <a:rPr lang="fi-FI"/>
              <a:t> </a:t>
            </a:r>
            <a:r>
              <a:rPr lang="fi-FI" err="1"/>
              <a:t>from</a:t>
            </a:r>
            <a:r>
              <a:rPr lang="fi-FI"/>
              <a:t> 2020</a:t>
            </a:r>
          </a:p>
          <a:p>
            <a:r>
              <a:rPr lang="fi-FI"/>
              <a:t>Tools: Python, </a:t>
            </a:r>
            <a:r>
              <a:rPr lang="fi-FI" err="1"/>
              <a:t>pandas</a:t>
            </a:r>
            <a:r>
              <a:rPr lang="fi-FI"/>
              <a:t>, </a:t>
            </a:r>
            <a:r>
              <a:rPr lang="fi-FI" err="1"/>
              <a:t>scikit-learn</a:t>
            </a:r>
            <a:r>
              <a:rPr lang="fi-FI"/>
              <a:t>, </a:t>
            </a:r>
            <a:r>
              <a:rPr lang="fi-FI" err="1"/>
              <a:t>TensorFlow</a:t>
            </a:r>
          </a:p>
          <a:p>
            <a:r>
              <a:rPr lang="fi-FI" err="1"/>
              <a:t>Teamwork</a:t>
            </a:r>
            <a:r>
              <a:rPr lang="fi-FI"/>
              <a:t>: </a:t>
            </a:r>
            <a:r>
              <a:rPr lang="fi-FI" err="1"/>
              <a:t>project</a:t>
            </a:r>
            <a:r>
              <a:rPr lang="fi-FI"/>
              <a:t> </a:t>
            </a:r>
            <a:r>
              <a:rPr lang="fi-FI" err="1"/>
              <a:t>members</a:t>
            </a:r>
            <a:r>
              <a:rPr lang="fi-FI"/>
              <a:t> </a:t>
            </a:r>
            <a:r>
              <a:rPr lang="fi-FI" err="1"/>
              <a:t>share</a:t>
            </a:r>
            <a:r>
              <a:rPr lang="fi-FI"/>
              <a:t> </a:t>
            </a:r>
            <a:r>
              <a:rPr lang="fi-FI" err="1"/>
              <a:t>tasks</a:t>
            </a:r>
            <a:r>
              <a:rPr lang="fi-FI"/>
              <a:t> </a:t>
            </a:r>
            <a:r>
              <a:rPr lang="fi-FI" err="1"/>
              <a:t>across</a:t>
            </a:r>
            <a:r>
              <a:rPr lang="fi-FI"/>
              <a:t> </a:t>
            </a:r>
            <a:r>
              <a:rPr lang="fi-FI" err="1"/>
              <a:t>project</a:t>
            </a:r>
            <a:r>
              <a:rPr lang="fi-FI"/>
              <a:t> </a:t>
            </a:r>
            <a:r>
              <a:rPr lang="fi-FI" err="1"/>
              <a:t>phases</a:t>
            </a:r>
          </a:p>
          <a:p>
            <a:r>
              <a:rPr lang="fi-FI" err="1"/>
              <a:t>Previous</a:t>
            </a:r>
            <a:r>
              <a:rPr lang="fi-FI"/>
              <a:t> </a:t>
            </a:r>
            <a:r>
              <a:rPr lang="fi-FI" err="1"/>
              <a:t>knowledge</a:t>
            </a:r>
            <a:r>
              <a:rPr lang="fi-FI"/>
              <a:t> is </a:t>
            </a:r>
            <a:r>
              <a:rPr lang="fi-FI" err="1"/>
              <a:t>applied</a:t>
            </a:r>
            <a:r>
              <a:rPr lang="fi-FI"/>
              <a:t> </a:t>
            </a:r>
            <a:r>
              <a:rPr lang="fi-FI" err="1"/>
              <a:t>from</a:t>
            </a:r>
            <a:r>
              <a:rPr lang="fi-FI"/>
              <a:t> AI/DA </a:t>
            </a:r>
            <a:r>
              <a:rPr lang="fi-FI" err="1"/>
              <a:t>module</a:t>
            </a:r>
            <a:r>
              <a:rPr lang="fi-FI"/>
              <a:t> </a:t>
            </a:r>
            <a:r>
              <a:rPr lang="fi-FI" err="1"/>
              <a:t>courses</a:t>
            </a:r>
            <a:r>
              <a:rPr lang="fi-FI"/>
              <a:t> </a:t>
            </a:r>
            <a:r>
              <a:rPr lang="fi-FI" err="1"/>
              <a:t>like</a:t>
            </a:r>
            <a:r>
              <a:rPr lang="fi-FI"/>
              <a:t> </a:t>
            </a:r>
            <a:r>
              <a:rPr lang="fi-FI" err="1"/>
              <a:t>preprocessing</a:t>
            </a:r>
            <a:r>
              <a:rPr lang="fi-FI"/>
              <a:t>, </a:t>
            </a:r>
            <a:r>
              <a:rPr lang="fi-FI" err="1"/>
              <a:t>machine</a:t>
            </a:r>
            <a:r>
              <a:rPr lang="fi-FI"/>
              <a:t> </a:t>
            </a:r>
            <a:r>
              <a:rPr lang="fi-FI" err="1"/>
              <a:t>learning</a:t>
            </a:r>
            <a:r>
              <a:rPr lang="fi-FI"/>
              <a:t> and data </a:t>
            </a:r>
            <a:r>
              <a:rPr lang="fi-FI" err="1"/>
              <a:t>visualization</a:t>
            </a:r>
          </a:p>
        </p:txBody>
      </p:sp>
      <p:pic>
        <p:nvPicPr>
          <p:cNvPr id="7" name="Graphic 6" descr="Statistics with solid fill">
            <a:extLst>
              <a:ext uri="{FF2B5EF4-FFF2-40B4-BE49-F238E27FC236}">
                <a16:creationId xmlns:a16="http://schemas.microsoft.com/office/drawing/2014/main" id="{4B93D167-9BEA-8ECA-9CF3-8FFFF3A8B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137" y="2191439"/>
            <a:ext cx="638979" cy="666521"/>
          </a:xfrm>
          <a:prstGeom prst="rect">
            <a:avLst/>
          </a:prstGeom>
        </p:spPr>
      </p:pic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0ECF182C-6D48-2749-9643-0674B886A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149" y="2209799"/>
            <a:ext cx="648160" cy="68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4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2971-3AAE-C7AD-F8A4-189D069EE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EF9EAE6-1927-A6D6-6A7F-FB548DE6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Phase</a:t>
            </a:r>
            <a:r>
              <a:rPr lang="fi-FI"/>
              <a:t> 1 Business </a:t>
            </a:r>
            <a:r>
              <a:rPr lang="fi-FI" err="1"/>
              <a:t>Understanding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8E9EDA5E-FDAE-C9CA-E55C-54FDCBAE5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2220" y="2193506"/>
            <a:ext cx="4505348" cy="667548"/>
          </a:xfrm>
        </p:spPr>
        <p:txBody>
          <a:bodyPr/>
          <a:lstStyle/>
          <a:p>
            <a:r>
              <a:rPr lang="fi-FI" b="1" err="1"/>
              <a:t>Initial</a:t>
            </a:r>
            <a:r>
              <a:rPr lang="fi-FI" b="1"/>
              <a:t> </a:t>
            </a:r>
            <a:r>
              <a:rPr lang="fi-FI" b="1" err="1"/>
              <a:t>goals</a:t>
            </a:r>
            <a:endParaRPr lang="fi-FI" b="1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F631F53-AA48-E284-218B-978218C5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188301"/>
            <a:ext cx="5166360" cy="36717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Explore</a:t>
            </a:r>
            <a:r>
              <a:rPr lang="fi-FI"/>
              <a:t> and </a:t>
            </a:r>
            <a:r>
              <a:rPr lang="fi-FI" err="1"/>
              <a:t>understand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dataset</a:t>
            </a:r>
          </a:p>
          <a:p>
            <a:r>
              <a:rPr lang="fi-FI" err="1"/>
              <a:t>Identify</a:t>
            </a:r>
            <a:r>
              <a:rPr lang="fi-FI"/>
              <a:t> </a:t>
            </a:r>
            <a:r>
              <a:rPr lang="fi-FI" err="1"/>
              <a:t>key</a:t>
            </a:r>
            <a:r>
              <a:rPr lang="fi-FI"/>
              <a:t> </a:t>
            </a:r>
            <a:r>
              <a:rPr lang="fi-FI" err="1"/>
              <a:t>features</a:t>
            </a:r>
          </a:p>
          <a:p>
            <a:r>
              <a:rPr lang="fi-FI" err="1"/>
              <a:t>Handle</a:t>
            </a:r>
            <a:r>
              <a:rPr lang="fi-FI"/>
              <a:t> </a:t>
            </a:r>
            <a:r>
              <a:rPr lang="fi-FI" err="1"/>
              <a:t>missing</a:t>
            </a:r>
            <a:r>
              <a:rPr lang="fi-FI"/>
              <a:t> </a:t>
            </a:r>
            <a:r>
              <a:rPr lang="fi-FI" err="1"/>
              <a:t>values</a:t>
            </a:r>
            <a:r>
              <a:rPr lang="fi-FI"/>
              <a:t> and </a:t>
            </a:r>
            <a:r>
              <a:rPr lang="fi-FI" err="1"/>
              <a:t>outliers</a:t>
            </a:r>
          </a:p>
          <a:p>
            <a:r>
              <a:rPr lang="fi-FI" err="1"/>
              <a:t>Prepare</a:t>
            </a:r>
            <a:r>
              <a:rPr lang="fi-FI"/>
              <a:t> data for </a:t>
            </a:r>
            <a:r>
              <a:rPr lang="fi-FI" err="1"/>
              <a:t>models</a:t>
            </a:r>
          </a:p>
          <a:p>
            <a:r>
              <a:rPr lang="fi-FI" err="1"/>
              <a:t>Create</a:t>
            </a:r>
            <a:r>
              <a:rPr lang="fi-FI"/>
              <a:t> </a:t>
            </a:r>
            <a:r>
              <a:rPr lang="fi-FI" err="1"/>
              <a:t>model</a:t>
            </a:r>
            <a:r>
              <a:rPr lang="fi-FI"/>
              <a:t>(s) to </a:t>
            </a:r>
            <a:r>
              <a:rPr lang="fi-FI" err="1"/>
              <a:t>identify</a:t>
            </a:r>
            <a:r>
              <a:rPr lang="fi-FI"/>
              <a:t> </a:t>
            </a:r>
            <a:r>
              <a:rPr lang="fi-FI" err="1"/>
              <a:t>which</a:t>
            </a:r>
            <a:r>
              <a:rPr lang="fi-FI"/>
              <a:t> </a:t>
            </a:r>
            <a:r>
              <a:rPr lang="fi-FI" err="1"/>
              <a:t>features</a:t>
            </a:r>
            <a:r>
              <a:rPr lang="fi-FI"/>
              <a:t> </a:t>
            </a:r>
            <a:r>
              <a:rPr lang="fi-FI" err="1"/>
              <a:t>affect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price</a:t>
            </a:r>
            <a:r>
              <a:rPr lang="fi-FI"/>
              <a:t> and </a:t>
            </a:r>
            <a:r>
              <a:rPr lang="fi-FI" err="1"/>
              <a:t>which</a:t>
            </a:r>
            <a:r>
              <a:rPr lang="fi-FI"/>
              <a:t> </a:t>
            </a:r>
            <a:r>
              <a:rPr lang="fi-FI" err="1"/>
              <a:t>used</a:t>
            </a:r>
            <a:r>
              <a:rPr lang="fi-FI"/>
              <a:t> </a:t>
            </a:r>
            <a:r>
              <a:rPr lang="fi-FI" err="1"/>
              <a:t>cars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be</a:t>
            </a:r>
            <a:r>
              <a:rPr lang="fi-FI"/>
              <a:t> </a:t>
            </a:r>
            <a:r>
              <a:rPr lang="fi-FI" err="1"/>
              <a:t>sold</a:t>
            </a:r>
            <a:r>
              <a:rPr lang="fi-FI"/>
              <a:t> </a:t>
            </a:r>
            <a:r>
              <a:rPr lang="fi-FI" err="1"/>
              <a:t>more</a:t>
            </a:r>
            <a:r>
              <a:rPr lang="fi-FI"/>
              <a:t> </a:t>
            </a:r>
            <a:r>
              <a:rPr lang="fi-FI" err="1"/>
              <a:t>easily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0EC6B41A-24DA-A98D-58BE-024ED1398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9382" y="2230229"/>
            <a:ext cx="4266650" cy="695090"/>
          </a:xfrm>
        </p:spPr>
        <p:txBody>
          <a:bodyPr/>
          <a:lstStyle/>
          <a:p>
            <a:r>
              <a:rPr lang="fi-FI" b="1"/>
              <a:t>Project </a:t>
            </a:r>
            <a:r>
              <a:rPr lang="fi-FI" b="1" err="1"/>
              <a:t>goals</a:t>
            </a:r>
            <a:endParaRPr lang="fi-FI" b="1"/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0E9584C2-0C58-011E-EE41-7AC4FF19D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188301"/>
            <a:ext cx="5166360" cy="36717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Build</a:t>
            </a:r>
            <a:r>
              <a:rPr lang="fi-FI"/>
              <a:t> a </a:t>
            </a:r>
            <a:r>
              <a:rPr lang="fi-FI" err="1"/>
              <a:t>machine</a:t>
            </a:r>
            <a:r>
              <a:rPr lang="fi-FI"/>
              <a:t> </a:t>
            </a:r>
            <a:r>
              <a:rPr lang="fi-FI" err="1"/>
              <a:t>learning</a:t>
            </a:r>
            <a:r>
              <a:rPr lang="fi-FI"/>
              <a:t> </a:t>
            </a:r>
            <a:r>
              <a:rPr lang="fi-FI" err="1"/>
              <a:t>model</a:t>
            </a:r>
          </a:p>
          <a:p>
            <a:r>
              <a:rPr lang="fi-FI" err="1"/>
              <a:t>Meet</a:t>
            </a:r>
            <a:r>
              <a:rPr lang="fi-FI"/>
              <a:t> </a:t>
            </a:r>
            <a:r>
              <a:rPr lang="fi-FI" err="1"/>
              <a:t>customer's</a:t>
            </a:r>
            <a:r>
              <a:rPr lang="fi-FI"/>
              <a:t> </a:t>
            </a:r>
            <a:r>
              <a:rPr lang="fi-FI" err="1"/>
              <a:t>requirements</a:t>
            </a:r>
          </a:p>
          <a:p>
            <a:r>
              <a:rPr lang="fi-FI" err="1"/>
              <a:t>Evaluate</a:t>
            </a:r>
            <a:r>
              <a:rPr lang="fi-FI"/>
              <a:t> </a:t>
            </a:r>
            <a:r>
              <a:rPr lang="fi-FI" err="1"/>
              <a:t>performance</a:t>
            </a:r>
            <a:r>
              <a:rPr lang="fi-FI"/>
              <a:t> </a:t>
            </a:r>
            <a:r>
              <a:rPr lang="fi-FI" err="1"/>
              <a:t>using</a:t>
            </a:r>
            <a:r>
              <a:rPr lang="fi-FI"/>
              <a:t> </a:t>
            </a:r>
            <a:r>
              <a:rPr lang="fi-FI" err="1"/>
              <a:t>accuracy</a:t>
            </a:r>
            <a:r>
              <a:rPr lang="fi-FI"/>
              <a:t> and </a:t>
            </a:r>
            <a:r>
              <a:rPr lang="fi-FI" err="1"/>
              <a:t>other</a:t>
            </a:r>
            <a:r>
              <a:rPr lang="fi-FI"/>
              <a:t> </a:t>
            </a:r>
            <a:r>
              <a:rPr lang="fi-FI" err="1"/>
              <a:t>metrics</a:t>
            </a:r>
          </a:p>
          <a:p>
            <a:r>
              <a:rPr lang="fi-FI" err="1"/>
              <a:t>Present</a:t>
            </a:r>
            <a:r>
              <a:rPr lang="fi-FI"/>
              <a:t> </a:t>
            </a:r>
            <a:r>
              <a:rPr lang="fi-FI" err="1"/>
              <a:t>project</a:t>
            </a:r>
            <a:r>
              <a:rPr lang="fi-FI"/>
              <a:t> in </a:t>
            </a:r>
            <a:r>
              <a:rPr lang="fi-FI" err="1"/>
              <a:t>seminar</a:t>
            </a:r>
            <a:r>
              <a:rPr lang="fi-FI"/>
              <a:t> and </a:t>
            </a:r>
            <a:r>
              <a:rPr lang="fi-FI" err="1"/>
              <a:t>submit</a:t>
            </a:r>
            <a:r>
              <a:rPr lang="fi-FI"/>
              <a:t> </a:t>
            </a:r>
            <a:r>
              <a:rPr lang="fi-FI" err="1"/>
              <a:t>final</a:t>
            </a:r>
            <a:r>
              <a:rPr lang="fi-FI"/>
              <a:t> </a:t>
            </a:r>
            <a:r>
              <a:rPr lang="fi-FI" err="1"/>
              <a:t>report</a:t>
            </a:r>
          </a:p>
        </p:txBody>
      </p:sp>
      <p:pic>
        <p:nvPicPr>
          <p:cNvPr id="7" name="Graphic 6" descr="CheckList with solid fill">
            <a:extLst>
              <a:ext uri="{FF2B5EF4-FFF2-40B4-BE49-F238E27FC236}">
                <a16:creationId xmlns:a16="http://schemas.microsoft.com/office/drawing/2014/main" id="{C1BFFC0E-0167-D3F7-5062-30988D08D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135" y="2191438"/>
            <a:ext cx="547173" cy="666522"/>
          </a:xfrm>
          <a:prstGeom prst="rect">
            <a:avLst/>
          </a:prstGeom>
        </p:spPr>
      </p:pic>
      <p:pic>
        <p:nvPicPr>
          <p:cNvPr id="8" name="Graphic 7" descr="Inbox Check with solid fill">
            <a:extLst>
              <a:ext uri="{FF2B5EF4-FFF2-40B4-BE49-F238E27FC236}">
                <a16:creationId xmlns:a16="http://schemas.microsoft.com/office/drawing/2014/main" id="{1E18A0AB-9A45-3FF8-D8E4-09F0E0202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148" y="2246523"/>
            <a:ext cx="657342" cy="66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4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3CC1-F7A9-DA2D-89B5-AB9A0379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Phase 2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81A72-4456-1EF4-B6EA-C15A5FA4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Content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The dataset consists of 66 features of cars (columns) and 3 000 060 used cars (rows)</a:t>
            </a:r>
          </a:p>
          <a:p>
            <a:r>
              <a:rPr lang="en-GB"/>
              <a:t>Initial data analysis and data quality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</a:rPr>
              <a:t>More than 42 million values are missing in total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</a:rPr>
              <a:t> 17 columns have no missing values while 3 columns have missing values in all cars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</a:rPr>
              <a:t>Price is set on every car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</a:rPr>
              <a:t>Some cars have zero mileage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'Horsepower', '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engine_displacement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' and 'year' correlate positively with price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'Mileage', '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highway_fuel_economy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' and '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owner_count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' correlate negatively with price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AEAB18C-7863-32A0-F334-1966A7AC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000" y="1561478"/>
            <a:ext cx="3725079" cy="136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6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797B4-1992-0372-45C1-D2AF983A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390156" cy="1487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Phase 2 Visualization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6142800B-DC0D-0C6F-ABF5-607C3897B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645" y="1647208"/>
            <a:ext cx="5309081" cy="4652813"/>
          </a:xfrm>
          <a:prstGeom prst="rect">
            <a:avLst/>
          </a:prstGeom>
        </p:spPr>
      </p:pic>
      <p:pic>
        <p:nvPicPr>
          <p:cNvPr id="5" name="Picture 4" descr="A green and black graph&#10;&#10;AI-generated content may be incorrect.">
            <a:extLst>
              <a:ext uri="{FF2B5EF4-FFF2-40B4-BE49-F238E27FC236}">
                <a16:creationId xmlns:a16="http://schemas.microsoft.com/office/drawing/2014/main" id="{2BC2145E-C69C-AAFD-2BCC-6EF99E48D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348" y="2218222"/>
            <a:ext cx="4716674" cy="3093857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7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AFF121F-500B-B01A-3240-5100D790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Phase</a:t>
            </a:r>
            <a:r>
              <a:rPr lang="fi-FI"/>
              <a:t> 3 Data </a:t>
            </a:r>
            <a:r>
              <a:rPr lang="fi-FI" err="1"/>
              <a:t>Preparation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4F489A9-446D-B51B-3899-293FB41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49"/>
            <a:ext cx="11155680" cy="46643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Processing </a:t>
            </a:r>
            <a:r>
              <a:rPr lang="en-GB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NaN</a:t>
            </a: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values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Dropped columns with over 50% missing values</a:t>
            </a:r>
          </a:p>
          <a:p>
            <a:pPr lvl="1"/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Filled </a:t>
            </a:r>
            <a:r>
              <a:rPr lang="en-GB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NaN</a:t>
            </a: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values with mean, median or most common value depending on the situation</a:t>
            </a:r>
          </a:p>
          <a:p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Feature columns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Removed irrelevant columns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Removed rows where mileage is 0 (= not used car)</a:t>
            </a:r>
          </a:p>
          <a:p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Outlier handling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'price' from 3 299 995-256, filtered top 0.5%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'year' had 51 cars in 1915-1932, not statistically relevant</a:t>
            </a:r>
          </a:p>
          <a:p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Feature engineering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Added more features</a:t>
            </a:r>
          </a:p>
          <a:p>
            <a:endParaRPr lang="en-GB" dirty="0">
              <a:solidFill>
                <a:srgbClr val="000000"/>
              </a:solidFill>
              <a:latin typeface="Bierstadt"/>
              <a:ea typeface="Roboto"/>
              <a:cs typeface="Roboto"/>
            </a:endParaRPr>
          </a:p>
          <a:p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Other</a:t>
            </a:r>
            <a:r>
              <a:rPr lang="fi-FI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</a:t>
            </a:r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stuff</a:t>
            </a:r>
            <a:endParaRPr lang="fi-FI" dirty="0">
              <a:solidFill>
                <a:srgbClr val="000000"/>
              </a:solidFill>
              <a:latin typeface="Bierstadt"/>
              <a:ea typeface="Roboto"/>
              <a:cs typeface="Roboto"/>
            </a:endParaRPr>
          </a:p>
          <a:p>
            <a:pPr lvl="1"/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Removed</a:t>
            </a:r>
            <a:r>
              <a:rPr lang="fi-FI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</a:t>
            </a:r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duplicate</a:t>
            </a:r>
            <a:r>
              <a:rPr lang="fi-FI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</a:t>
            </a:r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rows</a:t>
            </a:r>
            <a:endParaRPr lang="fi-FI" dirty="0">
              <a:solidFill>
                <a:srgbClr val="000000"/>
              </a:solidFill>
              <a:latin typeface="Bierstadt"/>
              <a:ea typeface="Roboto"/>
              <a:cs typeface="Roboto"/>
            </a:endParaRPr>
          </a:p>
          <a:p>
            <a:pPr lvl="1"/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Encoded</a:t>
            </a:r>
            <a:r>
              <a:rPr lang="fi-FI" dirty="0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</a:t>
            </a:r>
            <a:r>
              <a:rPr lang="fi-FI" dirty="0" err="1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categorical</a:t>
            </a:r>
            <a:r>
              <a:rPr lang="fi-FI">
                <a:solidFill>
                  <a:srgbClr val="000000"/>
                </a:solidFill>
                <a:latin typeface="Bierstadt"/>
                <a:ea typeface="Roboto"/>
                <a:cs typeface="Roboto"/>
              </a:rPr>
              <a:t> data</a:t>
            </a:r>
            <a:endParaRPr lang="fi-FI" dirty="0">
              <a:solidFill>
                <a:srgbClr val="000000"/>
              </a:solidFill>
              <a:latin typeface="Bierstadt"/>
              <a:ea typeface="Roboto"/>
              <a:cs typeface="Roboto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6FBE1EC0-E7DC-B1E8-8FE6-AB666506B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6731376"/>
              </p:ext>
            </p:extLst>
          </p:nvPr>
        </p:nvGraphicFramePr>
        <p:xfrm>
          <a:off x="8409542" y="1710369"/>
          <a:ext cx="4452651" cy="4052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8" name="Picture 347" descr="A close up of words&#10;&#10;AI-generated content may be incorrect.">
            <a:extLst>
              <a:ext uri="{FF2B5EF4-FFF2-40B4-BE49-F238E27FC236}">
                <a16:creationId xmlns:a16="http://schemas.microsoft.com/office/drawing/2014/main" id="{2DAFD3B1-7E0E-B06B-4526-5EBB90906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446" y="5325509"/>
            <a:ext cx="7550916" cy="4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73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2EF6F8F-597F-716E-5B22-76DC90B3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FB34F-6C69-889B-AD46-2356FB63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GB"/>
              <a:t>Phase 3 Visualization</a:t>
            </a: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2AC934FA-18DC-F7A3-0EA7-05EDF7A3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F31F30-02B2-094A-CD00-C0E9B88A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61" r="5219" b="-1"/>
          <a:stretch>
            <a:fillRect/>
          </a:stretch>
        </p:blipFill>
        <p:spPr>
          <a:xfrm>
            <a:off x="931001" y="1674390"/>
            <a:ext cx="5167988" cy="5185738"/>
          </a:xfrm>
          <a:prstGeom prst="rect">
            <a:avLst/>
          </a:prstGeom>
        </p:spPr>
      </p:pic>
      <p:pic>
        <p:nvPicPr>
          <p:cNvPr id="5" name="Picture 4" descr="A green and black graph&#10;&#10;AI-generated content may be incorrect.">
            <a:extLst>
              <a:ext uri="{FF2B5EF4-FFF2-40B4-BE49-F238E27FC236}">
                <a16:creationId xmlns:a16="http://schemas.microsoft.com/office/drawing/2014/main" id="{398B2769-6676-975E-9EC9-6D89E50C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7" r="9342" b="2"/>
          <a:stretch>
            <a:fillRect/>
          </a:stretch>
        </p:blipFill>
        <p:spPr>
          <a:xfrm>
            <a:off x="7146732" y="976657"/>
            <a:ext cx="3866359" cy="2843313"/>
          </a:xfrm>
          <a:prstGeom prst="rect">
            <a:avLst/>
          </a:prstGeom>
        </p:spPr>
      </p:pic>
      <p:pic>
        <p:nvPicPr>
          <p:cNvPr id="6" name="Picture 5" descr="A graph of a number of days&#10;&#10;AI-generated content may be incorrect.">
            <a:extLst>
              <a:ext uri="{FF2B5EF4-FFF2-40B4-BE49-F238E27FC236}">
                <a16:creationId xmlns:a16="http://schemas.microsoft.com/office/drawing/2014/main" id="{77958779-4DAD-5AA1-88A2-5BA8A84080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7" r="6848" b="7"/>
          <a:stretch>
            <a:fillRect/>
          </a:stretch>
        </p:blipFill>
        <p:spPr>
          <a:xfrm>
            <a:off x="7146732" y="3851563"/>
            <a:ext cx="3875540" cy="283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1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04CB39E-E258-C5A6-DF02-AFEF48E4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fi-FI"/>
              <a:t>Next </a:t>
            </a:r>
            <a:r>
              <a:rPr lang="fi-FI" err="1"/>
              <a:t>up</a:t>
            </a:r>
            <a:r>
              <a:rPr lang="fi-FI"/>
              <a:t>: </a:t>
            </a:r>
            <a:r>
              <a:rPr lang="fi-FI" err="1"/>
              <a:t>Phases</a:t>
            </a:r>
            <a:r>
              <a:rPr lang="fi-FI"/>
              <a:t> 4-6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isällön paikkamerkki 2">
            <a:extLst>
              <a:ext uri="{FF2B5EF4-FFF2-40B4-BE49-F238E27FC236}">
                <a16:creationId xmlns:a16="http://schemas.microsoft.com/office/drawing/2014/main" id="{50F54A46-DBF4-2873-49CC-9892AEBDE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26725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0694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Kuva 1" descr="Kuva, joka sisältää kohteen luonnos, piirros, taide&#10;&#10;Tekoälyllä luotu sisältö saattaa olla virheellistä.">
            <a:extLst>
              <a:ext uri="{FF2B5EF4-FFF2-40B4-BE49-F238E27FC236}">
                <a16:creationId xmlns:a16="http://schemas.microsoft.com/office/drawing/2014/main" id="{0066F3E7-6B16-2E1D-766A-E05545A16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15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470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Courier New</vt:lpstr>
      <vt:lpstr>GestaltVTI</vt:lpstr>
      <vt:lpstr>AI/DA -project TTC8070-3009 Topic 1: Cars Dataset</vt:lpstr>
      <vt:lpstr>Project overview</vt:lpstr>
      <vt:lpstr>Phase 1 Business Understanding</vt:lpstr>
      <vt:lpstr>Phase 1 Business Understanding</vt:lpstr>
      <vt:lpstr>Phase 2 Data Understanding</vt:lpstr>
      <vt:lpstr>Phase 2 Visualization</vt:lpstr>
      <vt:lpstr>Phase 3 Data Preparation</vt:lpstr>
      <vt:lpstr>Phase 3 Visualization</vt:lpstr>
      <vt:lpstr>Next up: Phases 4-6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Virkkala Eemeli</cp:lastModifiedBy>
  <cp:revision>1</cp:revision>
  <dcterms:created xsi:type="dcterms:W3CDTF">2025-11-11T19:48:58Z</dcterms:created>
  <dcterms:modified xsi:type="dcterms:W3CDTF">2025-11-20T11:35:23Z</dcterms:modified>
</cp:coreProperties>
</file>